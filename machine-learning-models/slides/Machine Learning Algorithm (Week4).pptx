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305" r:id="rId5"/>
    <p:sldId id="369" r:id="rId6"/>
    <p:sldId id="370" r:id="rId7"/>
    <p:sldId id="371" r:id="rId8"/>
    <p:sldId id="372" r:id="rId9"/>
    <p:sldId id="362" r:id="rId10"/>
    <p:sldId id="363" r:id="rId11"/>
    <p:sldId id="373" r:id="rId12"/>
    <p:sldId id="342" r:id="rId13"/>
    <p:sldId id="261" r:id="rId14"/>
    <p:sldId id="366" r:id="rId15"/>
    <p:sldId id="278" r:id="rId16"/>
  </p:sldIdLst>
  <p:sldSz cx="9144000" cy="5143500" type="screen16x9"/>
  <p:notesSz cx="6858000" cy="9144000"/>
  <p:embeddedFontLst>
    <p:embeddedFont>
      <p:font typeface="Calibri" panose="020F0502020204030204" pitchFamily="34" charset="0"/>
      <p:regular r:id="rId18"/>
      <p:bold r:id="rId19"/>
      <p:italic r:id="rId20"/>
      <p:boldItalic r:id="rId21"/>
    </p:embeddedFont>
    <p:embeddedFont>
      <p:font typeface="Dosis ExtraLight" pitchFamily="2" charset="0"/>
      <p:regular r:id="rId22"/>
      <p:bold r:id="rId23"/>
    </p:embeddedFont>
    <p:embeddedFont>
      <p:font typeface="Titillium Web Light" panose="000004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F24753E-8A85-4BEE-97E2-441CDA198357}">
  <a:tblStyle styleId="{0F24753E-8A85-4BEE-97E2-441CDA198357}"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A787F38-7B79-44E3-ACA7-109338EB0D08}"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434" autoAdjust="0"/>
  </p:normalViewPr>
  <p:slideViewPr>
    <p:cSldViewPr snapToGrid="0">
      <p:cViewPr varScale="1">
        <p:scale>
          <a:sx n="103" d="100"/>
          <a:sy n="103" d="100"/>
        </p:scale>
        <p:origin x="878" y="72"/>
      </p:cViewPr>
      <p:guideLst/>
    </p:cSldViewPr>
  </p:slideViewPr>
  <p:outlineViewPr>
    <p:cViewPr>
      <p:scale>
        <a:sx n="33" d="100"/>
        <a:sy n="33" d="100"/>
      </p:scale>
      <p:origin x="0" y="-6042"/>
    </p:cViewPr>
  </p:outlineViewPr>
  <p:notesTextViewPr>
    <p:cViewPr>
      <p:scale>
        <a:sx n="1" d="1"/>
        <a:sy n="1" d="1"/>
      </p:scale>
      <p:origin x="0" y="0"/>
    </p:cViewPr>
  </p:notesTextViewPr>
  <p:sorterViewPr>
    <p:cViewPr>
      <p:scale>
        <a:sx n="100" d="100"/>
        <a:sy n="100" d="100"/>
      </p:scale>
      <p:origin x="0" y="-355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hinde Oladele" userId="b31f3346395b58f1" providerId="LiveId" clId="{BACD8765-3285-4A34-9316-2FA0996A2250}"/>
    <pc:docChg chg="modSld">
      <pc:chgData name="Kehinde Oladele" userId="b31f3346395b58f1" providerId="LiveId" clId="{BACD8765-3285-4A34-9316-2FA0996A2250}" dt="2022-05-01T11:33:02.769" v="0" actId="122"/>
      <pc:docMkLst>
        <pc:docMk/>
      </pc:docMkLst>
      <pc:sldChg chg="modSp mod">
        <pc:chgData name="Kehinde Oladele" userId="b31f3346395b58f1" providerId="LiveId" clId="{BACD8765-3285-4A34-9316-2FA0996A2250}" dt="2022-05-01T11:33:02.769" v="0" actId="122"/>
        <pc:sldMkLst>
          <pc:docMk/>
          <pc:sldMk cId="0" sldId="268"/>
        </pc:sldMkLst>
        <pc:spChg chg="mod">
          <ac:chgData name="Kehinde Oladele" userId="b31f3346395b58f1" providerId="LiveId" clId="{BACD8765-3285-4A34-9316-2FA0996A2250}" dt="2022-05-01T11:33:02.769" v="0" actId="122"/>
          <ac:spMkLst>
            <pc:docMk/>
            <pc:sldMk cId="0" sldId="268"/>
            <ac:spMk id="393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2966990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2"/>
        <p:cNvGrpSpPr/>
        <p:nvPr/>
      </p:nvGrpSpPr>
      <p:grpSpPr>
        <a:xfrm>
          <a:off x="0" y="0"/>
          <a:ext cx="0" cy="0"/>
          <a:chOff x="0" y="0"/>
          <a:chExt cx="0" cy="0"/>
        </a:xfrm>
      </p:grpSpPr>
      <p:sp>
        <p:nvSpPr>
          <p:cNvPr id="3833" name="Google Shape;383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4" name="Google Shape;383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45932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7"/>
        <p:cNvGrpSpPr/>
        <p:nvPr/>
      </p:nvGrpSpPr>
      <p:grpSpPr>
        <a:xfrm>
          <a:off x="0" y="0"/>
          <a:ext cx="0" cy="0"/>
          <a:chOff x="0" y="0"/>
          <a:chExt cx="0" cy="0"/>
        </a:xfrm>
      </p:grpSpPr>
      <p:sp>
        <p:nvSpPr>
          <p:cNvPr id="3838" name="Google Shape;383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9" name="Google Shape;383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61880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6"/>
        <p:cNvGrpSpPr/>
        <p:nvPr/>
      </p:nvGrpSpPr>
      <p:grpSpPr>
        <a:xfrm>
          <a:off x="0" y="0"/>
          <a:ext cx="0" cy="0"/>
          <a:chOff x="0" y="0"/>
          <a:chExt cx="0" cy="0"/>
        </a:xfrm>
      </p:grpSpPr>
      <p:sp>
        <p:nvSpPr>
          <p:cNvPr id="3847" name="Google Shape;384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8" name="Google Shape;384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80007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3"/>
        <p:cNvGrpSpPr/>
        <p:nvPr/>
      </p:nvGrpSpPr>
      <p:grpSpPr>
        <a:xfrm>
          <a:off x="0" y="0"/>
          <a:ext cx="0" cy="0"/>
          <a:chOff x="0" y="0"/>
          <a:chExt cx="0" cy="0"/>
        </a:xfrm>
      </p:grpSpPr>
      <p:sp>
        <p:nvSpPr>
          <p:cNvPr id="3874" name="Google Shape;3874;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5" name="Google Shape;3875;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21044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6"/>
        <p:cNvGrpSpPr/>
        <p:nvPr/>
      </p:nvGrpSpPr>
      <p:grpSpPr>
        <a:xfrm>
          <a:off x="0" y="0"/>
          <a:ext cx="0" cy="0"/>
          <a:chOff x="0" y="0"/>
          <a:chExt cx="0" cy="0"/>
        </a:xfrm>
      </p:grpSpPr>
      <p:sp>
        <p:nvSpPr>
          <p:cNvPr id="3867" name="Google Shape;386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8" name="Google Shape;38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19682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6"/>
        <p:cNvGrpSpPr/>
        <p:nvPr/>
      </p:nvGrpSpPr>
      <p:grpSpPr>
        <a:xfrm>
          <a:off x="0" y="0"/>
          <a:ext cx="0" cy="0"/>
          <a:chOff x="0" y="0"/>
          <a:chExt cx="0" cy="0"/>
        </a:xfrm>
      </p:grpSpPr>
      <p:sp>
        <p:nvSpPr>
          <p:cNvPr id="3867" name="Google Shape;386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8" name="Google Shape;386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19900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5"/>
        <p:cNvGrpSpPr/>
        <p:nvPr/>
      </p:nvGrpSpPr>
      <p:grpSpPr>
        <a:xfrm>
          <a:off x="0" y="0"/>
          <a:ext cx="0" cy="0"/>
          <a:chOff x="0" y="0"/>
          <a:chExt cx="0" cy="0"/>
        </a:xfrm>
      </p:grpSpPr>
      <p:sp>
        <p:nvSpPr>
          <p:cNvPr id="4056" name="Google Shape;4056;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7" name="Google Shape;4057;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51327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5"/>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62000" y="696425"/>
            <a:ext cx="5396700" cy="11598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6000"/>
              <a:buNone/>
              <a:defRPr sz="6000">
                <a:solidFill>
                  <a:schemeClr val="accent2"/>
                </a:solidFill>
              </a:defRPr>
            </a:lvl1pPr>
            <a:lvl2pPr lvl="1">
              <a:spcBef>
                <a:spcPts val="0"/>
              </a:spcBef>
              <a:spcAft>
                <a:spcPts val="0"/>
              </a:spcAft>
              <a:buClr>
                <a:schemeClr val="accent2"/>
              </a:buClr>
              <a:buSzPts val="6000"/>
              <a:buNone/>
              <a:defRPr sz="6000">
                <a:solidFill>
                  <a:schemeClr val="accent2"/>
                </a:solidFill>
              </a:defRPr>
            </a:lvl2pPr>
            <a:lvl3pPr lvl="2">
              <a:spcBef>
                <a:spcPts val="0"/>
              </a:spcBef>
              <a:spcAft>
                <a:spcPts val="0"/>
              </a:spcAft>
              <a:buClr>
                <a:schemeClr val="accent2"/>
              </a:buClr>
              <a:buSzPts val="6000"/>
              <a:buNone/>
              <a:defRPr sz="6000">
                <a:solidFill>
                  <a:schemeClr val="accent2"/>
                </a:solidFill>
              </a:defRPr>
            </a:lvl3pPr>
            <a:lvl4pPr lvl="3">
              <a:spcBef>
                <a:spcPts val="0"/>
              </a:spcBef>
              <a:spcAft>
                <a:spcPts val="0"/>
              </a:spcAft>
              <a:buClr>
                <a:schemeClr val="accent2"/>
              </a:buClr>
              <a:buSzPts val="6000"/>
              <a:buNone/>
              <a:defRPr sz="6000">
                <a:solidFill>
                  <a:schemeClr val="accent2"/>
                </a:solidFill>
              </a:defRPr>
            </a:lvl4pPr>
            <a:lvl5pPr lvl="4">
              <a:spcBef>
                <a:spcPts val="0"/>
              </a:spcBef>
              <a:spcAft>
                <a:spcPts val="0"/>
              </a:spcAft>
              <a:buClr>
                <a:schemeClr val="accent2"/>
              </a:buClr>
              <a:buSzPts val="6000"/>
              <a:buNone/>
              <a:defRPr sz="6000">
                <a:solidFill>
                  <a:schemeClr val="accent2"/>
                </a:solidFill>
              </a:defRPr>
            </a:lvl5pPr>
            <a:lvl6pPr lvl="5">
              <a:spcBef>
                <a:spcPts val="0"/>
              </a:spcBef>
              <a:spcAft>
                <a:spcPts val="0"/>
              </a:spcAft>
              <a:buClr>
                <a:schemeClr val="accent2"/>
              </a:buClr>
              <a:buSzPts val="6000"/>
              <a:buNone/>
              <a:defRPr sz="6000">
                <a:solidFill>
                  <a:schemeClr val="accent2"/>
                </a:solidFill>
              </a:defRPr>
            </a:lvl6pPr>
            <a:lvl7pPr lvl="6">
              <a:spcBef>
                <a:spcPts val="0"/>
              </a:spcBef>
              <a:spcAft>
                <a:spcPts val="0"/>
              </a:spcAft>
              <a:buClr>
                <a:schemeClr val="accent2"/>
              </a:buClr>
              <a:buSzPts val="6000"/>
              <a:buNone/>
              <a:defRPr sz="6000">
                <a:solidFill>
                  <a:schemeClr val="accent2"/>
                </a:solidFill>
              </a:defRPr>
            </a:lvl7pPr>
            <a:lvl8pPr lvl="7">
              <a:spcBef>
                <a:spcPts val="0"/>
              </a:spcBef>
              <a:spcAft>
                <a:spcPts val="0"/>
              </a:spcAft>
              <a:buClr>
                <a:schemeClr val="accent2"/>
              </a:buClr>
              <a:buSzPts val="6000"/>
              <a:buNone/>
              <a:defRPr sz="6000">
                <a:solidFill>
                  <a:schemeClr val="accent2"/>
                </a:solidFill>
              </a:defRPr>
            </a:lvl8pPr>
            <a:lvl9pPr lvl="8">
              <a:spcBef>
                <a:spcPts val="0"/>
              </a:spcBef>
              <a:spcAft>
                <a:spcPts val="0"/>
              </a:spcAft>
              <a:buClr>
                <a:schemeClr val="accent2"/>
              </a:buClr>
              <a:buSzPts val="6000"/>
              <a:buNone/>
              <a:defRPr sz="6000">
                <a:solidFill>
                  <a:schemeClr val="accent2"/>
                </a:solidFill>
              </a:defRPr>
            </a:lvl9pPr>
          </a:lstStyle>
          <a:p>
            <a:endParaRPr/>
          </a:p>
        </p:txBody>
      </p:sp>
      <p:grpSp>
        <p:nvGrpSpPr>
          <p:cNvPr id="11" name="Google Shape;11;p2"/>
          <p:cNvGrpSpPr/>
          <p:nvPr/>
        </p:nvGrpSpPr>
        <p:grpSpPr>
          <a:xfrm rot="10800000">
            <a:off x="8705367" y="28698"/>
            <a:ext cx="410132" cy="5086302"/>
            <a:chOff x="836200" y="238125"/>
            <a:chExt cx="422425" cy="5238750"/>
          </a:xfrm>
        </p:grpSpPr>
        <p:sp>
          <p:nvSpPr>
            <p:cNvPr id="12" name="Google Shape;12;p2"/>
            <p:cNvSpPr/>
            <p:nvPr/>
          </p:nvSpPr>
          <p:spPr>
            <a:xfrm>
              <a:off x="8362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3;p2"/>
            <p:cNvSpPr/>
            <p:nvPr/>
          </p:nvSpPr>
          <p:spPr>
            <a:xfrm>
              <a:off x="8362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4;p2"/>
            <p:cNvSpPr/>
            <p:nvPr/>
          </p:nvSpPr>
          <p:spPr>
            <a:xfrm>
              <a:off x="8362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5;p2"/>
            <p:cNvSpPr/>
            <p:nvPr/>
          </p:nvSpPr>
          <p:spPr>
            <a:xfrm>
              <a:off x="8362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6;p2"/>
            <p:cNvSpPr/>
            <p:nvPr/>
          </p:nvSpPr>
          <p:spPr>
            <a:xfrm>
              <a:off x="8362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7;p2"/>
            <p:cNvSpPr/>
            <p:nvPr/>
          </p:nvSpPr>
          <p:spPr>
            <a:xfrm>
              <a:off x="8362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8;p2"/>
            <p:cNvSpPr/>
            <p:nvPr/>
          </p:nvSpPr>
          <p:spPr>
            <a:xfrm>
              <a:off x="8362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9;p2"/>
            <p:cNvSpPr/>
            <p:nvPr/>
          </p:nvSpPr>
          <p:spPr>
            <a:xfrm>
              <a:off x="8362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20;p2"/>
            <p:cNvSpPr/>
            <p:nvPr/>
          </p:nvSpPr>
          <p:spPr>
            <a:xfrm>
              <a:off x="8362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21;p2"/>
            <p:cNvSpPr/>
            <p:nvPr/>
          </p:nvSpPr>
          <p:spPr>
            <a:xfrm>
              <a:off x="8362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22;p2"/>
            <p:cNvSpPr/>
            <p:nvPr/>
          </p:nvSpPr>
          <p:spPr>
            <a:xfrm>
              <a:off x="8362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23;p2"/>
            <p:cNvSpPr/>
            <p:nvPr/>
          </p:nvSpPr>
          <p:spPr>
            <a:xfrm>
              <a:off x="8362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24;p2"/>
            <p:cNvSpPr/>
            <p:nvPr/>
          </p:nvSpPr>
          <p:spPr>
            <a:xfrm>
              <a:off x="8362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25;p2"/>
            <p:cNvSpPr/>
            <p:nvPr/>
          </p:nvSpPr>
          <p:spPr>
            <a:xfrm>
              <a:off x="8362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6;p2"/>
            <p:cNvSpPr/>
            <p:nvPr/>
          </p:nvSpPr>
          <p:spPr>
            <a:xfrm>
              <a:off x="8362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27;p2"/>
            <p:cNvSpPr/>
            <p:nvPr/>
          </p:nvSpPr>
          <p:spPr>
            <a:xfrm>
              <a:off x="8362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28;p2"/>
            <p:cNvSpPr/>
            <p:nvPr/>
          </p:nvSpPr>
          <p:spPr>
            <a:xfrm>
              <a:off x="8362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29;p2"/>
            <p:cNvSpPr/>
            <p:nvPr/>
          </p:nvSpPr>
          <p:spPr>
            <a:xfrm>
              <a:off x="8362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30;p2"/>
            <p:cNvSpPr/>
            <p:nvPr/>
          </p:nvSpPr>
          <p:spPr>
            <a:xfrm>
              <a:off x="8362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31;p2"/>
            <p:cNvSpPr/>
            <p:nvPr/>
          </p:nvSpPr>
          <p:spPr>
            <a:xfrm>
              <a:off x="8362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32;p2"/>
            <p:cNvSpPr/>
            <p:nvPr/>
          </p:nvSpPr>
          <p:spPr>
            <a:xfrm>
              <a:off x="8362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33;p2"/>
            <p:cNvSpPr/>
            <p:nvPr/>
          </p:nvSpPr>
          <p:spPr>
            <a:xfrm>
              <a:off x="8362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34;p2"/>
            <p:cNvSpPr/>
            <p:nvPr/>
          </p:nvSpPr>
          <p:spPr>
            <a:xfrm>
              <a:off x="8362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35;p2"/>
            <p:cNvSpPr/>
            <p:nvPr/>
          </p:nvSpPr>
          <p:spPr>
            <a:xfrm>
              <a:off x="8362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36;p2"/>
            <p:cNvSpPr/>
            <p:nvPr/>
          </p:nvSpPr>
          <p:spPr>
            <a:xfrm>
              <a:off x="8362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37;p2"/>
            <p:cNvSpPr/>
            <p:nvPr/>
          </p:nvSpPr>
          <p:spPr>
            <a:xfrm>
              <a:off x="8362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38;p2"/>
            <p:cNvSpPr/>
            <p:nvPr/>
          </p:nvSpPr>
          <p:spPr>
            <a:xfrm>
              <a:off x="8362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39;p2"/>
            <p:cNvSpPr/>
            <p:nvPr/>
          </p:nvSpPr>
          <p:spPr>
            <a:xfrm>
              <a:off x="8362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40;p2"/>
            <p:cNvSpPr/>
            <p:nvPr/>
          </p:nvSpPr>
          <p:spPr>
            <a:xfrm>
              <a:off x="8362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41;p2"/>
            <p:cNvSpPr/>
            <p:nvPr/>
          </p:nvSpPr>
          <p:spPr>
            <a:xfrm>
              <a:off x="8362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42;p2"/>
            <p:cNvSpPr/>
            <p:nvPr/>
          </p:nvSpPr>
          <p:spPr>
            <a:xfrm>
              <a:off x="8362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43;p2"/>
            <p:cNvSpPr/>
            <p:nvPr/>
          </p:nvSpPr>
          <p:spPr>
            <a:xfrm>
              <a:off x="8362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44;p2"/>
            <p:cNvSpPr/>
            <p:nvPr/>
          </p:nvSpPr>
          <p:spPr>
            <a:xfrm>
              <a:off x="8362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45;p2"/>
            <p:cNvSpPr/>
            <p:nvPr/>
          </p:nvSpPr>
          <p:spPr>
            <a:xfrm>
              <a:off x="8362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46;p2"/>
            <p:cNvSpPr/>
            <p:nvPr/>
          </p:nvSpPr>
          <p:spPr>
            <a:xfrm>
              <a:off x="8362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47;p2"/>
            <p:cNvSpPr/>
            <p:nvPr/>
          </p:nvSpPr>
          <p:spPr>
            <a:xfrm>
              <a:off x="9867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48;p2"/>
            <p:cNvSpPr/>
            <p:nvPr/>
          </p:nvSpPr>
          <p:spPr>
            <a:xfrm>
              <a:off x="986700"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49;p2"/>
            <p:cNvSpPr/>
            <p:nvPr/>
          </p:nvSpPr>
          <p:spPr>
            <a:xfrm>
              <a:off x="986700"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 name="Google Shape;50;p2"/>
            <p:cNvSpPr/>
            <p:nvPr/>
          </p:nvSpPr>
          <p:spPr>
            <a:xfrm>
              <a:off x="98670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51;p2"/>
            <p:cNvSpPr/>
            <p:nvPr/>
          </p:nvSpPr>
          <p:spPr>
            <a:xfrm>
              <a:off x="9867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52;p2"/>
            <p:cNvSpPr/>
            <p:nvPr/>
          </p:nvSpPr>
          <p:spPr>
            <a:xfrm>
              <a:off x="98670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53;p2"/>
            <p:cNvSpPr/>
            <p:nvPr/>
          </p:nvSpPr>
          <p:spPr>
            <a:xfrm>
              <a:off x="986700"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54;p2"/>
            <p:cNvSpPr/>
            <p:nvPr/>
          </p:nvSpPr>
          <p:spPr>
            <a:xfrm>
              <a:off x="986700"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55;p2"/>
            <p:cNvSpPr/>
            <p:nvPr/>
          </p:nvSpPr>
          <p:spPr>
            <a:xfrm>
              <a:off x="98670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56;p2"/>
            <p:cNvSpPr/>
            <p:nvPr/>
          </p:nvSpPr>
          <p:spPr>
            <a:xfrm>
              <a:off x="986700"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57;p2"/>
            <p:cNvSpPr/>
            <p:nvPr/>
          </p:nvSpPr>
          <p:spPr>
            <a:xfrm>
              <a:off x="9867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58;p2"/>
            <p:cNvSpPr/>
            <p:nvPr/>
          </p:nvSpPr>
          <p:spPr>
            <a:xfrm>
              <a:off x="986700"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59;p2"/>
            <p:cNvSpPr/>
            <p:nvPr/>
          </p:nvSpPr>
          <p:spPr>
            <a:xfrm>
              <a:off x="98670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60;p2"/>
            <p:cNvSpPr/>
            <p:nvPr/>
          </p:nvSpPr>
          <p:spPr>
            <a:xfrm>
              <a:off x="986700"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61;p2"/>
            <p:cNvSpPr/>
            <p:nvPr/>
          </p:nvSpPr>
          <p:spPr>
            <a:xfrm>
              <a:off x="9867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62;p2"/>
            <p:cNvSpPr/>
            <p:nvPr/>
          </p:nvSpPr>
          <p:spPr>
            <a:xfrm>
              <a:off x="986700"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63;p2"/>
            <p:cNvSpPr/>
            <p:nvPr/>
          </p:nvSpPr>
          <p:spPr>
            <a:xfrm>
              <a:off x="986700"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64;p2"/>
            <p:cNvSpPr/>
            <p:nvPr/>
          </p:nvSpPr>
          <p:spPr>
            <a:xfrm>
              <a:off x="98670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65;p2"/>
            <p:cNvSpPr/>
            <p:nvPr/>
          </p:nvSpPr>
          <p:spPr>
            <a:xfrm>
              <a:off x="9867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66;p2"/>
            <p:cNvSpPr/>
            <p:nvPr/>
          </p:nvSpPr>
          <p:spPr>
            <a:xfrm>
              <a:off x="9867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67;p2"/>
            <p:cNvSpPr/>
            <p:nvPr/>
          </p:nvSpPr>
          <p:spPr>
            <a:xfrm>
              <a:off x="986700"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68;p2"/>
            <p:cNvSpPr/>
            <p:nvPr/>
          </p:nvSpPr>
          <p:spPr>
            <a:xfrm>
              <a:off x="98670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69;p2"/>
            <p:cNvSpPr/>
            <p:nvPr/>
          </p:nvSpPr>
          <p:spPr>
            <a:xfrm>
              <a:off x="98670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70;p2"/>
            <p:cNvSpPr/>
            <p:nvPr/>
          </p:nvSpPr>
          <p:spPr>
            <a:xfrm>
              <a:off x="11372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71;p2"/>
            <p:cNvSpPr/>
            <p:nvPr/>
          </p:nvSpPr>
          <p:spPr>
            <a:xfrm>
              <a:off x="11372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72;p2"/>
            <p:cNvSpPr/>
            <p:nvPr/>
          </p:nvSpPr>
          <p:spPr>
            <a:xfrm>
              <a:off x="11372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73;p2"/>
            <p:cNvSpPr/>
            <p:nvPr/>
          </p:nvSpPr>
          <p:spPr>
            <a:xfrm>
              <a:off x="11372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74;p2"/>
            <p:cNvSpPr/>
            <p:nvPr/>
          </p:nvSpPr>
          <p:spPr>
            <a:xfrm>
              <a:off x="11372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75;p2"/>
            <p:cNvSpPr/>
            <p:nvPr/>
          </p:nvSpPr>
          <p:spPr>
            <a:xfrm>
              <a:off x="11372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76;p2"/>
            <p:cNvSpPr/>
            <p:nvPr/>
          </p:nvSpPr>
          <p:spPr>
            <a:xfrm>
              <a:off x="11372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77;p2"/>
            <p:cNvSpPr/>
            <p:nvPr/>
          </p:nvSpPr>
          <p:spPr>
            <a:xfrm>
              <a:off x="11372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78;p2"/>
            <p:cNvSpPr/>
            <p:nvPr/>
          </p:nvSpPr>
          <p:spPr>
            <a:xfrm>
              <a:off x="11372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79;p2"/>
            <p:cNvSpPr/>
            <p:nvPr/>
          </p:nvSpPr>
          <p:spPr>
            <a:xfrm>
              <a:off x="11372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80;p2"/>
            <p:cNvSpPr/>
            <p:nvPr/>
          </p:nvSpPr>
          <p:spPr>
            <a:xfrm>
              <a:off x="11372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81;p2"/>
            <p:cNvSpPr/>
            <p:nvPr/>
          </p:nvSpPr>
          <p:spPr>
            <a:xfrm>
              <a:off x="11372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82;p2"/>
            <p:cNvSpPr/>
            <p:nvPr/>
          </p:nvSpPr>
          <p:spPr>
            <a:xfrm>
              <a:off x="11372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83;p2"/>
            <p:cNvSpPr/>
            <p:nvPr/>
          </p:nvSpPr>
          <p:spPr>
            <a:xfrm>
              <a:off x="11372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84;p2"/>
            <p:cNvSpPr/>
            <p:nvPr/>
          </p:nvSpPr>
          <p:spPr>
            <a:xfrm>
              <a:off x="11372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85;p2"/>
            <p:cNvSpPr/>
            <p:nvPr/>
          </p:nvSpPr>
          <p:spPr>
            <a:xfrm>
              <a:off x="11372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86;p2"/>
            <p:cNvSpPr/>
            <p:nvPr/>
          </p:nvSpPr>
          <p:spPr>
            <a:xfrm>
              <a:off x="11372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87;p2"/>
            <p:cNvSpPr/>
            <p:nvPr/>
          </p:nvSpPr>
          <p:spPr>
            <a:xfrm>
              <a:off x="11372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88;p2"/>
            <p:cNvSpPr/>
            <p:nvPr/>
          </p:nvSpPr>
          <p:spPr>
            <a:xfrm>
              <a:off x="11372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89;p2"/>
            <p:cNvSpPr/>
            <p:nvPr/>
          </p:nvSpPr>
          <p:spPr>
            <a:xfrm>
              <a:off x="11372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90;p2"/>
            <p:cNvSpPr/>
            <p:nvPr/>
          </p:nvSpPr>
          <p:spPr>
            <a:xfrm>
              <a:off x="11372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91;p2"/>
            <p:cNvSpPr/>
            <p:nvPr/>
          </p:nvSpPr>
          <p:spPr>
            <a:xfrm>
              <a:off x="11372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92" name="Google Shape;92;p2"/>
          <p:cNvGrpSpPr/>
          <p:nvPr/>
        </p:nvGrpSpPr>
        <p:grpSpPr>
          <a:xfrm rot="10800000">
            <a:off x="6659535" y="28698"/>
            <a:ext cx="2309844" cy="5086302"/>
            <a:chOff x="986700" y="238125"/>
            <a:chExt cx="2379075" cy="5238750"/>
          </a:xfrm>
        </p:grpSpPr>
        <p:sp>
          <p:nvSpPr>
            <p:cNvPr id="93" name="Google Shape;93;p2"/>
            <p:cNvSpPr/>
            <p:nvPr/>
          </p:nvSpPr>
          <p:spPr>
            <a:xfrm>
              <a:off x="98670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94;p2"/>
            <p:cNvSpPr/>
            <p:nvPr/>
          </p:nvSpPr>
          <p:spPr>
            <a:xfrm>
              <a:off x="98670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95;p2"/>
            <p:cNvSpPr/>
            <p:nvPr/>
          </p:nvSpPr>
          <p:spPr>
            <a:xfrm>
              <a:off x="9867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96;p2"/>
            <p:cNvSpPr/>
            <p:nvPr/>
          </p:nvSpPr>
          <p:spPr>
            <a:xfrm>
              <a:off x="986700"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97;p2"/>
            <p:cNvSpPr/>
            <p:nvPr/>
          </p:nvSpPr>
          <p:spPr>
            <a:xfrm>
              <a:off x="986700"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98;p2"/>
            <p:cNvSpPr/>
            <p:nvPr/>
          </p:nvSpPr>
          <p:spPr>
            <a:xfrm>
              <a:off x="9867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99;p2"/>
            <p:cNvSpPr/>
            <p:nvPr/>
          </p:nvSpPr>
          <p:spPr>
            <a:xfrm>
              <a:off x="986700"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100;p2"/>
            <p:cNvSpPr/>
            <p:nvPr/>
          </p:nvSpPr>
          <p:spPr>
            <a:xfrm>
              <a:off x="986700"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1" name="Google Shape;101;p2"/>
            <p:cNvSpPr/>
            <p:nvPr/>
          </p:nvSpPr>
          <p:spPr>
            <a:xfrm>
              <a:off x="986700"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102;p2"/>
            <p:cNvSpPr/>
            <p:nvPr/>
          </p:nvSpPr>
          <p:spPr>
            <a:xfrm>
              <a:off x="986700"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 name="Google Shape;103;p2"/>
            <p:cNvSpPr/>
            <p:nvPr/>
          </p:nvSpPr>
          <p:spPr>
            <a:xfrm>
              <a:off x="986700"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104;p2"/>
            <p:cNvSpPr/>
            <p:nvPr/>
          </p:nvSpPr>
          <p:spPr>
            <a:xfrm>
              <a:off x="9867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105;p2"/>
            <p:cNvSpPr/>
            <p:nvPr/>
          </p:nvSpPr>
          <p:spPr>
            <a:xfrm>
              <a:off x="11372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106;p2"/>
            <p:cNvSpPr/>
            <p:nvPr/>
          </p:nvSpPr>
          <p:spPr>
            <a:xfrm>
              <a:off x="11372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107;p2"/>
            <p:cNvSpPr/>
            <p:nvPr/>
          </p:nvSpPr>
          <p:spPr>
            <a:xfrm>
              <a:off x="11372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 name="Google Shape;108;p2"/>
            <p:cNvSpPr/>
            <p:nvPr/>
          </p:nvSpPr>
          <p:spPr>
            <a:xfrm>
              <a:off x="11372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 name="Google Shape;109;p2"/>
            <p:cNvSpPr/>
            <p:nvPr/>
          </p:nvSpPr>
          <p:spPr>
            <a:xfrm>
              <a:off x="11372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110;p2"/>
            <p:cNvSpPr/>
            <p:nvPr/>
          </p:nvSpPr>
          <p:spPr>
            <a:xfrm>
              <a:off x="11372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1" name="Google Shape;111;p2"/>
            <p:cNvSpPr/>
            <p:nvPr/>
          </p:nvSpPr>
          <p:spPr>
            <a:xfrm>
              <a:off x="11372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2" name="Google Shape;112;p2"/>
            <p:cNvSpPr/>
            <p:nvPr/>
          </p:nvSpPr>
          <p:spPr>
            <a:xfrm>
              <a:off x="11372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113;p2"/>
            <p:cNvSpPr/>
            <p:nvPr/>
          </p:nvSpPr>
          <p:spPr>
            <a:xfrm>
              <a:off x="11372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114;p2"/>
            <p:cNvSpPr/>
            <p:nvPr/>
          </p:nvSpPr>
          <p:spPr>
            <a:xfrm>
              <a:off x="11372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5" name="Google Shape;115;p2"/>
            <p:cNvSpPr/>
            <p:nvPr/>
          </p:nvSpPr>
          <p:spPr>
            <a:xfrm>
              <a:off x="11372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6" name="Google Shape;116;p2"/>
            <p:cNvSpPr/>
            <p:nvPr/>
          </p:nvSpPr>
          <p:spPr>
            <a:xfrm>
              <a:off x="11372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117;p2"/>
            <p:cNvSpPr/>
            <p:nvPr/>
          </p:nvSpPr>
          <p:spPr>
            <a:xfrm>
              <a:off x="11372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118;p2"/>
            <p:cNvSpPr/>
            <p:nvPr/>
          </p:nvSpPr>
          <p:spPr>
            <a:xfrm>
              <a:off x="12877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9" name="Google Shape;119;p2"/>
            <p:cNvSpPr/>
            <p:nvPr/>
          </p:nvSpPr>
          <p:spPr>
            <a:xfrm>
              <a:off x="12877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0" name="Google Shape;120;p2"/>
            <p:cNvSpPr/>
            <p:nvPr/>
          </p:nvSpPr>
          <p:spPr>
            <a:xfrm>
              <a:off x="12877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1" name="Google Shape;121;p2"/>
            <p:cNvSpPr/>
            <p:nvPr/>
          </p:nvSpPr>
          <p:spPr>
            <a:xfrm>
              <a:off x="12877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2" name="Google Shape;122;p2"/>
            <p:cNvSpPr/>
            <p:nvPr/>
          </p:nvSpPr>
          <p:spPr>
            <a:xfrm>
              <a:off x="128772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123;p2"/>
            <p:cNvSpPr/>
            <p:nvPr/>
          </p:nvSpPr>
          <p:spPr>
            <a:xfrm>
              <a:off x="12877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124;p2"/>
            <p:cNvSpPr/>
            <p:nvPr/>
          </p:nvSpPr>
          <p:spPr>
            <a:xfrm>
              <a:off x="12877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5" name="Google Shape;125;p2"/>
            <p:cNvSpPr/>
            <p:nvPr/>
          </p:nvSpPr>
          <p:spPr>
            <a:xfrm>
              <a:off x="12877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6" name="Google Shape;126;p2"/>
            <p:cNvSpPr/>
            <p:nvPr/>
          </p:nvSpPr>
          <p:spPr>
            <a:xfrm>
              <a:off x="12877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127;p2"/>
            <p:cNvSpPr/>
            <p:nvPr/>
          </p:nvSpPr>
          <p:spPr>
            <a:xfrm>
              <a:off x="12877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8" name="Google Shape;128;p2"/>
            <p:cNvSpPr/>
            <p:nvPr/>
          </p:nvSpPr>
          <p:spPr>
            <a:xfrm>
              <a:off x="12877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9" name="Google Shape;129;p2"/>
            <p:cNvSpPr/>
            <p:nvPr/>
          </p:nvSpPr>
          <p:spPr>
            <a:xfrm>
              <a:off x="12877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130;p2"/>
            <p:cNvSpPr/>
            <p:nvPr/>
          </p:nvSpPr>
          <p:spPr>
            <a:xfrm>
              <a:off x="12877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131;p2"/>
            <p:cNvSpPr/>
            <p:nvPr/>
          </p:nvSpPr>
          <p:spPr>
            <a:xfrm>
              <a:off x="12877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2" name="Google Shape;132;p2"/>
            <p:cNvSpPr/>
            <p:nvPr/>
          </p:nvSpPr>
          <p:spPr>
            <a:xfrm>
              <a:off x="12877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 name="Google Shape;133;p2"/>
            <p:cNvSpPr/>
            <p:nvPr/>
          </p:nvSpPr>
          <p:spPr>
            <a:xfrm>
              <a:off x="12877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134;p2"/>
            <p:cNvSpPr/>
            <p:nvPr/>
          </p:nvSpPr>
          <p:spPr>
            <a:xfrm>
              <a:off x="12877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135;p2"/>
            <p:cNvSpPr/>
            <p:nvPr/>
          </p:nvSpPr>
          <p:spPr>
            <a:xfrm>
              <a:off x="12877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136;p2"/>
            <p:cNvSpPr/>
            <p:nvPr/>
          </p:nvSpPr>
          <p:spPr>
            <a:xfrm>
              <a:off x="12877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137;p2"/>
            <p:cNvSpPr/>
            <p:nvPr/>
          </p:nvSpPr>
          <p:spPr>
            <a:xfrm>
              <a:off x="128772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138;p2"/>
            <p:cNvSpPr/>
            <p:nvPr/>
          </p:nvSpPr>
          <p:spPr>
            <a:xfrm>
              <a:off x="14382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9" name="Google Shape;139;p2"/>
            <p:cNvSpPr/>
            <p:nvPr/>
          </p:nvSpPr>
          <p:spPr>
            <a:xfrm>
              <a:off x="14382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0" name="Google Shape;140;p2"/>
            <p:cNvSpPr/>
            <p:nvPr/>
          </p:nvSpPr>
          <p:spPr>
            <a:xfrm>
              <a:off x="14382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141;p2"/>
            <p:cNvSpPr/>
            <p:nvPr/>
          </p:nvSpPr>
          <p:spPr>
            <a:xfrm>
              <a:off x="14382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2" name="Google Shape;142;p2"/>
            <p:cNvSpPr/>
            <p:nvPr/>
          </p:nvSpPr>
          <p:spPr>
            <a:xfrm>
              <a:off x="14382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3" name="Google Shape;143;p2"/>
            <p:cNvSpPr/>
            <p:nvPr/>
          </p:nvSpPr>
          <p:spPr>
            <a:xfrm>
              <a:off x="14382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4" name="Google Shape;144;p2"/>
            <p:cNvSpPr/>
            <p:nvPr/>
          </p:nvSpPr>
          <p:spPr>
            <a:xfrm>
              <a:off x="14382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5" name="Google Shape;145;p2"/>
            <p:cNvSpPr/>
            <p:nvPr/>
          </p:nvSpPr>
          <p:spPr>
            <a:xfrm>
              <a:off x="14382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6" name="Google Shape;146;p2"/>
            <p:cNvSpPr/>
            <p:nvPr/>
          </p:nvSpPr>
          <p:spPr>
            <a:xfrm>
              <a:off x="14382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7" name="Google Shape;147;p2"/>
            <p:cNvSpPr/>
            <p:nvPr/>
          </p:nvSpPr>
          <p:spPr>
            <a:xfrm>
              <a:off x="14382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8" name="Google Shape;148;p2"/>
            <p:cNvSpPr/>
            <p:nvPr/>
          </p:nvSpPr>
          <p:spPr>
            <a:xfrm>
              <a:off x="14382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149;p2"/>
            <p:cNvSpPr/>
            <p:nvPr/>
          </p:nvSpPr>
          <p:spPr>
            <a:xfrm>
              <a:off x="14382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0" name="Google Shape;150;p2"/>
            <p:cNvSpPr/>
            <p:nvPr/>
          </p:nvSpPr>
          <p:spPr>
            <a:xfrm>
              <a:off x="14382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1" name="Google Shape;151;p2"/>
            <p:cNvSpPr/>
            <p:nvPr/>
          </p:nvSpPr>
          <p:spPr>
            <a:xfrm>
              <a:off x="14382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2" name="Google Shape;152;p2"/>
            <p:cNvSpPr/>
            <p:nvPr/>
          </p:nvSpPr>
          <p:spPr>
            <a:xfrm>
              <a:off x="14382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3" name="Google Shape;153;p2"/>
            <p:cNvSpPr/>
            <p:nvPr/>
          </p:nvSpPr>
          <p:spPr>
            <a:xfrm>
              <a:off x="14382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4" name="Google Shape;154;p2"/>
            <p:cNvSpPr/>
            <p:nvPr/>
          </p:nvSpPr>
          <p:spPr>
            <a:xfrm>
              <a:off x="14382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 name="Google Shape;155;p2"/>
            <p:cNvSpPr/>
            <p:nvPr/>
          </p:nvSpPr>
          <p:spPr>
            <a:xfrm>
              <a:off x="14382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 name="Google Shape;156;p2"/>
            <p:cNvSpPr/>
            <p:nvPr/>
          </p:nvSpPr>
          <p:spPr>
            <a:xfrm>
              <a:off x="14382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 name="Google Shape;157;p2"/>
            <p:cNvSpPr/>
            <p:nvPr/>
          </p:nvSpPr>
          <p:spPr>
            <a:xfrm>
              <a:off x="14382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 name="Google Shape;158;p2"/>
            <p:cNvSpPr/>
            <p:nvPr/>
          </p:nvSpPr>
          <p:spPr>
            <a:xfrm>
              <a:off x="14382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 name="Google Shape;159;p2"/>
            <p:cNvSpPr/>
            <p:nvPr/>
          </p:nvSpPr>
          <p:spPr>
            <a:xfrm>
              <a:off x="14382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 name="Google Shape;160;p2"/>
            <p:cNvSpPr/>
            <p:nvPr/>
          </p:nvSpPr>
          <p:spPr>
            <a:xfrm>
              <a:off x="14382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 name="Google Shape;161;p2"/>
            <p:cNvSpPr/>
            <p:nvPr/>
          </p:nvSpPr>
          <p:spPr>
            <a:xfrm>
              <a:off x="14382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 name="Google Shape;162;p2"/>
            <p:cNvSpPr/>
            <p:nvPr/>
          </p:nvSpPr>
          <p:spPr>
            <a:xfrm>
              <a:off x="14382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 name="Google Shape;163;p2"/>
            <p:cNvSpPr/>
            <p:nvPr/>
          </p:nvSpPr>
          <p:spPr>
            <a:xfrm>
              <a:off x="14382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 name="Google Shape;164;p2"/>
            <p:cNvSpPr/>
            <p:nvPr/>
          </p:nvSpPr>
          <p:spPr>
            <a:xfrm>
              <a:off x="14382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 name="Google Shape;165;p2"/>
            <p:cNvSpPr/>
            <p:nvPr/>
          </p:nvSpPr>
          <p:spPr>
            <a:xfrm>
              <a:off x="14382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 name="Google Shape;166;p2"/>
            <p:cNvSpPr/>
            <p:nvPr/>
          </p:nvSpPr>
          <p:spPr>
            <a:xfrm>
              <a:off x="14382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 name="Google Shape;167;p2"/>
            <p:cNvSpPr/>
            <p:nvPr/>
          </p:nvSpPr>
          <p:spPr>
            <a:xfrm>
              <a:off x="14382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 name="Google Shape;168;p2"/>
            <p:cNvSpPr/>
            <p:nvPr/>
          </p:nvSpPr>
          <p:spPr>
            <a:xfrm>
              <a:off x="14382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 name="Google Shape;169;p2"/>
            <p:cNvSpPr/>
            <p:nvPr/>
          </p:nvSpPr>
          <p:spPr>
            <a:xfrm>
              <a:off x="15887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 name="Google Shape;170;p2"/>
            <p:cNvSpPr/>
            <p:nvPr/>
          </p:nvSpPr>
          <p:spPr>
            <a:xfrm>
              <a:off x="15887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 name="Google Shape;171;p2"/>
            <p:cNvSpPr/>
            <p:nvPr/>
          </p:nvSpPr>
          <p:spPr>
            <a:xfrm>
              <a:off x="15887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 name="Google Shape;172;p2"/>
            <p:cNvSpPr/>
            <p:nvPr/>
          </p:nvSpPr>
          <p:spPr>
            <a:xfrm>
              <a:off x="15887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 name="Google Shape;173;p2"/>
            <p:cNvSpPr/>
            <p:nvPr/>
          </p:nvSpPr>
          <p:spPr>
            <a:xfrm>
              <a:off x="15887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 name="Google Shape;174;p2"/>
            <p:cNvSpPr/>
            <p:nvPr/>
          </p:nvSpPr>
          <p:spPr>
            <a:xfrm>
              <a:off x="15887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 name="Google Shape;175;p2"/>
            <p:cNvSpPr/>
            <p:nvPr/>
          </p:nvSpPr>
          <p:spPr>
            <a:xfrm>
              <a:off x="15887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 name="Google Shape;176;p2"/>
            <p:cNvSpPr/>
            <p:nvPr/>
          </p:nvSpPr>
          <p:spPr>
            <a:xfrm>
              <a:off x="15887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 name="Google Shape;177;p2"/>
            <p:cNvSpPr/>
            <p:nvPr/>
          </p:nvSpPr>
          <p:spPr>
            <a:xfrm>
              <a:off x="15887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 name="Google Shape;178;p2"/>
            <p:cNvSpPr/>
            <p:nvPr/>
          </p:nvSpPr>
          <p:spPr>
            <a:xfrm>
              <a:off x="15887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 name="Google Shape;179;p2"/>
            <p:cNvSpPr/>
            <p:nvPr/>
          </p:nvSpPr>
          <p:spPr>
            <a:xfrm>
              <a:off x="15887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 name="Google Shape;180;p2"/>
            <p:cNvSpPr/>
            <p:nvPr/>
          </p:nvSpPr>
          <p:spPr>
            <a:xfrm>
              <a:off x="15887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 name="Google Shape;181;p2"/>
            <p:cNvSpPr/>
            <p:nvPr/>
          </p:nvSpPr>
          <p:spPr>
            <a:xfrm>
              <a:off x="15887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 name="Google Shape;182;p2"/>
            <p:cNvSpPr/>
            <p:nvPr/>
          </p:nvSpPr>
          <p:spPr>
            <a:xfrm>
              <a:off x="15887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 name="Google Shape;183;p2"/>
            <p:cNvSpPr/>
            <p:nvPr/>
          </p:nvSpPr>
          <p:spPr>
            <a:xfrm>
              <a:off x="15887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 name="Google Shape;184;p2"/>
            <p:cNvSpPr/>
            <p:nvPr/>
          </p:nvSpPr>
          <p:spPr>
            <a:xfrm>
              <a:off x="15887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 name="Google Shape;185;p2"/>
            <p:cNvSpPr/>
            <p:nvPr/>
          </p:nvSpPr>
          <p:spPr>
            <a:xfrm>
              <a:off x="15887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 name="Google Shape;186;p2"/>
            <p:cNvSpPr/>
            <p:nvPr/>
          </p:nvSpPr>
          <p:spPr>
            <a:xfrm>
              <a:off x="15887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 name="Google Shape;187;p2"/>
            <p:cNvSpPr/>
            <p:nvPr/>
          </p:nvSpPr>
          <p:spPr>
            <a:xfrm>
              <a:off x="15887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 name="Google Shape;188;p2"/>
            <p:cNvSpPr/>
            <p:nvPr/>
          </p:nvSpPr>
          <p:spPr>
            <a:xfrm>
              <a:off x="17392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 name="Google Shape;189;p2"/>
            <p:cNvSpPr/>
            <p:nvPr/>
          </p:nvSpPr>
          <p:spPr>
            <a:xfrm>
              <a:off x="17392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 name="Google Shape;190;p2"/>
            <p:cNvSpPr/>
            <p:nvPr/>
          </p:nvSpPr>
          <p:spPr>
            <a:xfrm>
              <a:off x="17392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 name="Google Shape;191;p2"/>
            <p:cNvSpPr/>
            <p:nvPr/>
          </p:nvSpPr>
          <p:spPr>
            <a:xfrm>
              <a:off x="17392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 name="Google Shape;192;p2"/>
            <p:cNvSpPr/>
            <p:nvPr/>
          </p:nvSpPr>
          <p:spPr>
            <a:xfrm>
              <a:off x="17392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 name="Google Shape;193;p2"/>
            <p:cNvSpPr/>
            <p:nvPr/>
          </p:nvSpPr>
          <p:spPr>
            <a:xfrm>
              <a:off x="17392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 name="Google Shape;194;p2"/>
            <p:cNvSpPr/>
            <p:nvPr/>
          </p:nvSpPr>
          <p:spPr>
            <a:xfrm>
              <a:off x="17392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 name="Google Shape;195;p2"/>
            <p:cNvSpPr/>
            <p:nvPr/>
          </p:nvSpPr>
          <p:spPr>
            <a:xfrm>
              <a:off x="17392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 name="Google Shape;196;p2"/>
            <p:cNvSpPr/>
            <p:nvPr/>
          </p:nvSpPr>
          <p:spPr>
            <a:xfrm>
              <a:off x="17392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 name="Google Shape;197;p2"/>
            <p:cNvSpPr/>
            <p:nvPr/>
          </p:nvSpPr>
          <p:spPr>
            <a:xfrm>
              <a:off x="17392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 name="Google Shape;198;p2"/>
            <p:cNvSpPr/>
            <p:nvPr/>
          </p:nvSpPr>
          <p:spPr>
            <a:xfrm>
              <a:off x="17392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 name="Google Shape;199;p2"/>
            <p:cNvSpPr/>
            <p:nvPr/>
          </p:nvSpPr>
          <p:spPr>
            <a:xfrm>
              <a:off x="18897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 name="Google Shape;200;p2"/>
            <p:cNvSpPr/>
            <p:nvPr/>
          </p:nvSpPr>
          <p:spPr>
            <a:xfrm>
              <a:off x="188975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 name="Google Shape;201;p2"/>
            <p:cNvSpPr/>
            <p:nvPr/>
          </p:nvSpPr>
          <p:spPr>
            <a:xfrm>
              <a:off x="188975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 name="Google Shape;202;p2"/>
            <p:cNvSpPr/>
            <p:nvPr/>
          </p:nvSpPr>
          <p:spPr>
            <a:xfrm>
              <a:off x="18897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 name="Google Shape;203;p2"/>
            <p:cNvSpPr/>
            <p:nvPr/>
          </p:nvSpPr>
          <p:spPr>
            <a:xfrm>
              <a:off x="18897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 name="Google Shape;204;p2"/>
            <p:cNvSpPr/>
            <p:nvPr/>
          </p:nvSpPr>
          <p:spPr>
            <a:xfrm>
              <a:off x="204027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 name="Google Shape;205;p2"/>
            <p:cNvSpPr/>
            <p:nvPr/>
          </p:nvSpPr>
          <p:spPr>
            <a:xfrm>
              <a:off x="204027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 name="Google Shape;206;p2"/>
            <p:cNvSpPr/>
            <p:nvPr/>
          </p:nvSpPr>
          <p:spPr>
            <a:xfrm>
              <a:off x="204027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 name="Google Shape;207;p2"/>
            <p:cNvSpPr/>
            <p:nvPr/>
          </p:nvSpPr>
          <p:spPr>
            <a:xfrm>
              <a:off x="21907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 name="Google Shape;208;p2"/>
            <p:cNvSpPr/>
            <p:nvPr/>
          </p:nvSpPr>
          <p:spPr>
            <a:xfrm>
              <a:off x="234130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 name="Google Shape;209;p2"/>
            <p:cNvSpPr/>
            <p:nvPr/>
          </p:nvSpPr>
          <p:spPr>
            <a:xfrm>
              <a:off x="264232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 name="Google Shape;210;p2"/>
            <p:cNvSpPr/>
            <p:nvPr/>
          </p:nvSpPr>
          <p:spPr>
            <a:xfrm>
              <a:off x="26423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 name="Google Shape;211;p2"/>
            <p:cNvSpPr/>
            <p:nvPr/>
          </p:nvSpPr>
          <p:spPr>
            <a:xfrm>
              <a:off x="32443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12" name="Google Shape;212;p2"/>
          <p:cNvGrpSpPr/>
          <p:nvPr/>
        </p:nvGrpSpPr>
        <p:grpSpPr>
          <a:xfrm rot="10800000">
            <a:off x="6367294" y="28698"/>
            <a:ext cx="2017554" cy="5086302"/>
            <a:chOff x="1588750" y="238125"/>
            <a:chExt cx="2078025" cy="5238750"/>
          </a:xfrm>
        </p:grpSpPr>
        <p:sp>
          <p:nvSpPr>
            <p:cNvPr id="213" name="Google Shape;213;p2"/>
            <p:cNvSpPr/>
            <p:nvPr/>
          </p:nvSpPr>
          <p:spPr>
            <a:xfrm>
              <a:off x="15887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4" name="Google Shape;214;p2"/>
            <p:cNvSpPr/>
            <p:nvPr/>
          </p:nvSpPr>
          <p:spPr>
            <a:xfrm>
              <a:off x="15887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 name="Google Shape;215;p2"/>
            <p:cNvSpPr/>
            <p:nvPr/>
          </p:nvSpPr>
          <p:spPr>
            <a:xfrm>
              <a:off x="15887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6" name="Google Shape;216;p2"/>
            <p:cNvSpPr/>
            <p:nvPr/>
          </p:nvSpPr>
          <p:spPr>
            <a:xfrm>
              <a:off x="15887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7" name="Google Shape;217;p2"/>
            <p:cNvSpPr/>
            <p:nvPr/>
          </p:nvSpPr>
          <p:spPr>
            <a:xfrm>
              <a:off x="15887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8" name="Google Shape;218;p2"/>
            <p:cNvSpPr/>
            <p:nvPr/>
          </p:nvSpPr>
          <p:spPr>
            <a:xfrm>
              <a:off x="15887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9" name="Google Shape;219;p2"/>
            <p:cNvSpPr/>
            <p:nvPr/>
          </p:nvSpPr>
          <p:spPr>
            <a:xfrm>
              <a:off x="17392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0" name="Google Shape;220;p2"/>
            <p:cNvSpPr/>
            <p:nvPr/>
          </p:nvSpPr>
          <p:spPr>
            <a:xfrm>
              <a:off x="17392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1" name="Google Shape;221;p2"/>
            <p:cNvSpPr/>
            <p:nvPr/>
          </p:nvSpPr>
          <p:spPr>
            <a:xfrm>
              <a:off x="17392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2" name="Google Shape;222;p2"/>
            <p:cNvSpPr/>
            <p:nvPr/>
          </p:nvSpPr>
          <p:spPr>
            <a:xfrm>
              <a:off x="17392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3" name="Google Shape;223;p2"/>
            <p:cNvSpPr/>
            <p:nvPr/>
          </p:nvSpPr>
          <p:spPr>
            <a:xfrm>
              <a:off x="17392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 name="Google Shape;224;p2"/>
            <p:cNvSpPr/>
            <p:nvPr/>
          </p:nvSpPr>
          <p:spPr>
            <a:xfrm>
              <a:off x="17392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5" name="Google Shape;225;p2"/>
            <p:cNvSpPr/>
            <p:nvPr/>
          </p:nvSpPr>
          <p:spPr>
            <a:xfrm>
              <a:off x="17392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6" name="Google Shape;226;p2"/>
            <p:cNvSpPr/>
            <p:nvPr/>
          </p:nvSpPr>
          <p:spPr>
            <a:xfrm>
              <a:off x="188975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7" name="Google Shape;227;p2"/>
            <p:cNvSpPr/>
            <p:nvPr/>
          </p:nvSpPr>
          <p:spPr>
            <a:xfrm>
              <a:off x="188975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8" name="Google Shape;228;p2"/>
            <p:cNvSpPr/>
            <p:nvPr/>
          </p:nvSpPr>
          <p:spPr>
            <a:xfrm>
              <a:off x="188975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9" name="Google Shape;229;p2"/>
            <p:cNvSpPr/>
            <p:nvPr/>
          </p:nvSpPr>
          <p:spPr>
            <a:xfrm>
              <a:off x="188975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0" name="Google Shape;230;p2"/>
            <p:cNvSpPr/>
            <p:nvPr/>
          </p:nvSpPr>
          <p:spPr>
            <a:xfrm>
              <a:off x="18897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1" name="Google Shape;231;p2"/>
            <p:cNvSpPr/>
            <p:nvPr/>
          </p:nvSpPr>
          <p:spPr>
            <a:xfrm>
              <a:off x="188975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2" name="Google Shape;232;p2"/>
            <p:cNvSpPr/>
            <p:nvPr/>
          </p:nvSpPr>
          <p:spPr>
            <a:xfrm>
              <a:off x="188975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3" name="Google Shape;233;p2"/>
            <p:cNvSpPr/>
            <p:nvPr/>
          </p:nvSpPr>
          <p:spPr>
            <a:xfrm>
              <a:off x="188975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4" name="Google Shape;234;p2"/>
            <p:cNvSpPr/>
            <p:nvPr/>
          </p:nvSpPr>
          <p:spPr>
            <a:xfrm>
              <a:off x="188975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5" name="Google Shape;235;p2"/>
            <p:cNvSpPr/>
            <p:nvPr/>
          </p:nvSpPr>
          <p:spPr>
            <a:xfrm>
              <a:off x="18897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6" name="Google Shape;236;p2"/>
            <p:cNvSpPr/>
            <p:nvPr/>
          </p:nvSpPr>
          <p:spPr>
            <a:xfrm>
              <a:off x="188975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7" name="Google Shape;237;p2"/>
            <p:cNvSpPr/>
            <p:nvPr/>
          </p:nvSpPr>
          <p:spPr>
            <a:xfrm>
              <a:off x="188975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8" name="Google Shape;238;p2"/>
            <p:cNvSpPr/>
            <p:nvPr/>
          </p:nvSpPr>
          <p:spPr>
            <a:xfrm>
              <a:off x="188975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9" name="Google Shape;239;p2"/>
            <p:cNvSpPr/>
            <p:nvPr/>
          </p:nvSpPr>
          <p:spPr>
            <a:xfrm>
              <a:off x="188975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0" name="Google Shape;240;p2"/>
            <p:cNvSpPr/>
            <p:nvPr/>
          </p:nvSpPr>
          <p:spPr>
            <a:xfrm>
              <a:off x="188975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1" name="Google Shape;241;p2"/>
            <p:cNvSpPr/>
            <p:nvPr/>
          </p:nvSpPr>
          <p:spPr>
            <a:xfrm>
              <a:off x="188975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2" name="Google Shape;242;p2"/>
            <p:cNvSpPr/>
            <p:nvPr/>
          </p:nvSpPr>
          <p:spPr>
            <a:xfrm>
              <a:off x="18897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3" name="Google Shape;243;p2"/>
            <p:cNvSpPr/>
            <p:nvPr/>
          </p:nvSpPr>
          <p:spPr>
            <a:xfrm>
              <a:off x="188975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4" name="Google Shape;244;p2"/>
            <p:cNvSpPr/>
            <p:nvPr/>
          </p:nvSpPr>
          <p:spPr>
            <a:xfrm>
              <a:off x="188975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5" name="Google Shape;245;p2"/>
            <p:cNvSpPr/>
            <p:nvPr/>
          </p:nvSpPr>
          <p:spPr>
            <a:xfrm>
              <a:off x="204027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6" name="Google Shape;246;p2"/>
            <p:cNvSpPr/>
            <p:nvPr/>
          </p:nvSpPr>
          <p:spPr>
            <a:xfrm>
              <a:off x="204027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7" name="Google Shape;247;p2"/>
            <p:cNvSpPr/>
            <p:nvPr/>
          </p:nvSpPr>
          <p:spPr>
            <a:xfrm>
              <a:off x="204027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8" name="Google Shape;248;p2"/>
            <p:cNvSpPr/>
            <p:nvPr/>
          </p:nvSpPr>
          <p:spPr>
            <a:xfrm>
              <a:off x="204027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9" name="Google Shape;249;p2"/>
            <p:cNvSpPr/>
            <p:nvPr/>
          </p:nvSpPr>
          <p:spPr>
            <a:xfrm>
              <a:off x="204027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0" name="Google Shape;250;p2"/>
            <p:cNvSpPr/>
            <p:nvPr/>
          </p:nvSpPr>
          <p:spPr>
            <a:xfrm>
              <a:off x="204027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1" name="Google Shape;251;p2"/>
            <p:cNvSpPr/>
            <p:nvPr/>
          </p:nvSpPr>
          <p:spPr>
            <a:xfrm>
              <a:off x="204027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2" name="Google Shape;252;p2"/>
            <p:cNvSpPr/>
            <p:nvPr/>
          </p:nvSpPr>
          <p:spPr>
            <a:xfrm>
              <a:off x="204027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3" name="Google Shape;253;p2"/>
            <p:cNvSpPr/>
            <p:nvPr/>
          </p:nvSpPr>
          <p:spPr>
            <a:xfrm>
              <a:off x="204027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4" name="Google Shape;254;p2"/>
            <p:cNvSpPr/>
            <p:nvPr/>
          </p:nvSpPr>
          <p:spPr>
            <a:xfrm>
              <a:off x="204027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5" name="Google Shape;255;p2"/>
            <p:cNvSpPr/>
            <p:nvPr/>
          </p:nvSpPr>
          <p:spPr>
            <a:xfrm>
              <a:off x="204027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6" name="Google Shape;256;p2"/>
            <p:cNvSpPr/>
            <p:nvPr/>
          </p:nvSpPr>
          <p:spPr>
            <a:xfrm>
              <a:off x="204027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7" name="Google Shape;257;p2"/>
            <p:cNvSpPr/>
            <p:nvPr/>
          </p:nvSpPr>
          <p:spPr>
            <a:xfrm>
              <a:off x="204027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8" name="Google Shape;258;p2"/>
            <p:cNvSpPr/>
            <p:nvPr/>
          </p:nvSpPr>
          <p:spPr>
            <a:xfrm>
              <a:off x="204027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9" name="Google Shape;259;p2"/>
            <p:cNvSpPr/>
            <p:nvPr/>
          </p:nvSpPr>
          <p:spPr>
            <a:xfrm>
              <a:off x="204027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0" name="Google Shape;260;p2"/>
            <p:cNvSpPr/>
            <p:nvPr/>
          </p:nvSpPr>
          <p:spPr>
            <a:xfrm>
              <a:off x="204027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1" name="Google Shape;261;p2"/>
            <p:cNvSpPr/>
            <p:nvPr/>
          </p:nvSpPr>
          <p:spPr>
            <a:xfrm>
              <a:off x="204027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2" name="Google Shape;262;p2"/>
            <p:cNvSpPr/>
            <p:nvPr/>
          </p:nvSpPr>
          <p:spPr>
            <a:xfrm>
              <a:off x="204027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3" name="Google Shape;263;p2"/>
            <p:cNvSpPr/>
            <p:nvPr/>
          </p:nvSpPr>
          <p:spPr>
            <a:xfrm>
              <a:off x="204027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4" name="Google Shape;264;p2"/>
            <p:cNvSpPr/>
            <p:nvPr/>
          </p:nvSpPr>
          <p:spPr>
            <a:xfrm>
              <a:off x="2190775"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 name="Google Shape;265;p2"/>
            <p:cNvSpPr/>
            <p:nvPr/>
          </p:nvSpPr>
          <p:spPr>
            <a:xfrm>
              <a:off x="2190775"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6" name="Google Shape;266;p2"/>
            <p:cNvSpPr/>
            <p:nvPr/>
          </p:nvSpPr>
          <p:spPr>
            <a:xfrm>
              <a:off x="2190775"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7" name="Google Shape;267;p2"/>
            <p:cNvSpPr/>
            <p:nvPr/>
          </p:nvSpPr>
          <p:spPr>
            <a:xfrm>
              <a:off x="2190775"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8" name="Google Shape;268;p2"/>
            <p:cNvSpPr/>
            <p:nvPr/>
          </p:nvSpPr>
          <p:spPr>
            <a:xfrm>
              <a:off x="21907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9" name="Google Shape;269;p2"/>
            <p:cNvSpPr/>
            <p:nvPr/>
          </p:nvSpPr>
          <p:spPr>
            <a:xfrm>
              <a:off x="21907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0" name="Google Shape;270;p2"/>
            <p:cNvSpPr/>
            <p:nvPr/>
          </p:nvSpPr>
          <p:spPr>
            <a:xfrm>
              <a:off x="2190775"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1" name="Google Shape;271;p2"/>
            <p:cNvSpPr/>
            <p:nvPr/>
          </p:nvSpPr>
          <p:spPr>
            <a:xfrm>
              <a:off x="2190775"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2" name="Google Shape;272;p2"/>
            <p:cNvSpPr/>
            <p:nvPr/>
          </p:nvSpPr>
          <p:spPr>
            <a:xfrm>
              <a:off x="21907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3" name="Google Shape;273;p2"/>
            <p:cNvSpPr/>
            <p:nvPr/>
          </p:nvSpPr>
          <p:spPr>
            <a:xfrm>
              <a:off x="2190775"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4" name="Google Shape;274;p2"/>
            <p:cNvSpPr/>
            <p:nvPr/>
          </p:nvSpPr>
          <p:spPr>
            <a:xfrm>
              <a:off x="21907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5" name="Google Shape;275;p2"/>
            <p:cNvSpPr/>
            <p:nvPr/>
          </p:nvSpPr>
          <p:spPr>
            <a:xfrm>
              <a:off x="2190775"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6" name="Google Shape;276;p2"/>
            <p:cNvSpPr/>
            <p:nvPr/>
          </p:nvSpPr>
          <p:spPr>
            <a:xfrm>
              <a:off x="21907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7" name="Google Shape;277;p2"/>
            <p:cNvSpPr/>
            <p:nvPr/>
          </p:nvSpPr>
          <p:spPr>
            <a:xfrm>
              <a:off x="21907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8" name="Google Shape;278;p2"/>
            <p:cNvSpPr/>
            <p:nvPr/>
          </p:nvSpPr>
          <p:spPr>
            <a:xfrm>
              <a:off x="21907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9" name="Google Shape;279;p2"/>
            <p:cNvSpPr/>
            <p:nvPr/>
          </p:nvSpPr>
          <p:spPr>
            <a:xfrm>
              <a:off x="2190775"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0" name="Google Shape;280;p2"/>
            <p:cNvSpPr/>
            <p:nvPr/>
          </p:nvSpPr>
          <p:spPr>
            <a:xfrm>
              <a:off x="21907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1" name="Google Shape;281;p2"/>
            <p:cNvSpPr/>
            <p:nvPr/>
          </p:nvSpPr>
          <p:spPr>
            <a:xfrm>
              <a:off x="21907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2" name="Google Shape;282;p2"/>
            <p:cNvSpPr/>
            <p:nvPr/>
          </p:nvSpPr>
          <p:spPr>
            <a:xfrm>
              <a:off x="2190775"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3" name="Google Shape;283;p2"/>
            <p:cNvSpPr/>
            <p:nvPr/>
          </p:nvSpPr>
          <p:spPr>
            <a:xfrm>
              <a:off x="21907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4" name="Google Shape;284;p2"/>
            <p:cNvSpPr/>
            <p:nvPr/>
          </p:nvSpPr>
          <p:spPr>
            <a:xfrm>
              <a:off x="2190775"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5" name="Google Shape;285;p2"/>
            <p:cNvSpPr/>
            <p:nvPr/>
          </p:nvSpPr>
          <p:spPr>
            <a:xfrm>
              <a:off x="2190775"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6" name="Google Shape;286;p2"/>
            <p:cNvSpPr/>
            <p:nvPr/>
          </p:nvSpPr>
          <p:spPr>
            <a:xfrm>
              <a:off x="21907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7" name="Google Shape;287;p2"/>
            <p:cNvSpPr/>
            <p:nvPr/>
          </p:nvSpPr>
          <p:spPr>
            <a:xfrm>
              <a:off x="21907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8" name="Google Shape;288;p2"/>
            <p:cNvSpPr/>
            <p:nvPr/>
          </p:nvSpPr>
          <p:spPr>
            <a:xfrm>
              <a:off x="2190775"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9" name="Google Shape;289;p2"/>
            <p:cNvSpPr/>
            <p:nvPr/>
          </p:nvSpPr>
          <p:spPr>
            <a:xfrm>
              <a:off x="234130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0" name="Google Shape;290;p2"/>
            <p:cNvSpPr/>
            <p:nvPr/>
          </p:nvSpPr>
          <p:spPr>
            <a:xfrm>
              <a:off x="234130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1" name="Google Shape;291;p2"/>
            <p:cNvSpPr/>
            <p:nvPr/>
          </p:nvSpPr>
          <p:spPr>
            <a:xfrm>
              <a:off x="234130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2" name="Google Shape;292;p2"/>
            <p:cNvSpPr/>
            <p:nvPr/>
          </p:nvSpPr>
          <p:spPr>
            <a:xfrm>
              <a:off x="234130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3" name="Google Shape;293;p2"/>
            <p:cNvSpPr/>
            <p:nvPr/>
          </p:nvSpPr>
          <p:spPr>
            <a:xfrm>
              <a:off x="234130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4" name="Google Shape;294;p2"/>
            <p:cNvSpPr/>
            <p:nvPr/>
          </p:nvSpPr>
          <p:spPr>
            <a:xfrm>
              <a:off x="234130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 name="Google Shape;295;p2"/>
            <p:cNvSpPr/>
            <p:nvPr/>
          </p:nvSpPr>
          <p:spPr>
            <a:xfrm>
              <a:off x="234130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 name="Google Shape;296;p2"/>
            <p:cNvSpPr/>
            <p:nvPr/>
          </p:nvSpPr>
          <p:spPr>
            <a:xfrm>
              <a:off x="234130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 name="Google Shape;297;p2"/>
            <p:cNvSpPr/>
            <p:nvPr/>
          </p:nvSpPr>
          <p:spPr>
            <a:xfrm>
              <a:off x="234130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 name="Google Shape;298;p2"/>
            <p:cNvSpPr/>
            <p:nvPr/>
          </p:nvSpPr>
          <p:spPr>
            <a:xfrm>
              <a:off x="234130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 name="Google Shape;299;p2"/>
            <p:cNvSpPr/>
            <p:nvPr/>
          </p:nvSpPr>
          <p:spPr>
            <a:xfrm>
              <a:off x="234130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 name="Google Shape;300;p2"/>
            <p:cNvSpPr/>
            <p:nvPr/>
          </p:nvSpPr>
          <p:spPr>
            <a:xfrm>
              <a:off x="234130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 name="Google Shape;301;p2"/>
            <p:cNvSpPr/>
            <p:nvPr/>
          </p:nvSpPr>
          <p:spPr>
            <a:xfrm>
              <a:off x="234130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 name="Google Shape;302;p2"/>
            <p:cNvSpPr/>
            <p:nvPr/>
          </p:nvSpPr>
          <p:spPr>
            <a:xfrm>
              <a:off x="234130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 name="Google Shape;303;p2"/>
            <p:cNvSpPr/>
            <p:nvPr/>
          </p:nvSpPr>
          <p:spPr>
            <a:xfrm>
              <a:off x="234130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 name="Google Shape;304;p2"/>
            <p:cNvSpPr/>
            <p:nvPr/>
          </p:nvSpPr>
          <p:spPr>
            <a:xfrm>
              <a:off x="234130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 name="Google Shape;305;p2"/>
            <p:cNvSpPr/>
            <p:nvPr/>
          </p:nvSpPr>
          <p:spPr>
            <a:xfrm>
              <a:off x="234130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 name="Google Shape;306;p2"/>
            <p:cNvSpPr/>
            <p:nvPr/>
          </p:nvSpPr>
          <p:spPr>
            <a:xfrm>
              <a:off x="234130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 name="Google Shape;307;p2"/>
            <p:cNvSpPr/>
            <p:nvPr/>
          </p:nvSpPr>
          <p:spPr>
            <a:xfrm>
              <a:off x="234130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 name="Google Shape;308;p2"/>
            <p:cNvSpPr/>
            <p:nvPr/>
          </p:nvSpPr>
          <p:spPr>
            <a:xfrm>
              <a:off x="234130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 name="Google Shape;309;p2"/>
            <p:cNvSpPr/>
            <p:nvPr/>
          </p:nvSpPr>
          <p:spPr>
            <a:xfrm>
              <a:off x="234130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 name="Google Shape;310;p2"/>
            <p:cNvSpPr/>
            <p:nvPr/>
          </p:nvSpPr>
          <p:spPr>
            <a:xfrm>
              <a:off x="234130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 name="Google Shape;311;p2"/>
            <p:cNvSpPr/>
            <p:nvPr/>
          </p:nvSpPr>
          <p:spPr>
            <a:xfrm>
              <a:off x="234130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 name="Google Shape;312;p2"/>
            <p:cNvSpPr/>
            <p:nvPr/>
          </p:nvSpPr>
          <p:spPr>
            <a:xfrm>
              <a:off x="234130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 name="Google Shape;313;p2"/>
            <p:cNvSpPr/>
            <p:nvPr/>
          </p:nvSpPr>
          <p:spPr>
            <a:xfrm>
              <a:off x="234130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 name="Google Shape;314;p2"/>
            <p:cNvSpPr/>
            <p:nvPr/>
          </p:nvSpPr>
          <p:spPr>
            <a:xfrm>
              <a:off x="234130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 name="Google Shape;315;p2"/>
            <p:cNvSpPr/>
            <p:nvPr/>
          </p:nvSpPr>
          <p:spPr>
            <a:xfrm>
              <a:off x="249180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 name="Google Shape;316;p2"/>
            <p:cNvSpPr/>
            <p:nvPr/>
          </p:nvSpPr>
          <p:spPr>
            <a:xfrm>
              <a:off x="24918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 name="Google Shape;317;p2"/>
            <p:cNvSpPr/>
            <p:nvPr/>
          </p:nvSpPr>
          <p:spPr>
            <a:xfrm>
              <a:off x="249180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 name="Google Shape;318;p2"/>
            <p:cNvSpPr/>
            <p:nvPr/>
          </p:nvSpPr>
          <p:spPr>
            <a:xfrm>
              <a:off x="249180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 name="Google Shape;319;p2"/>
            <p:cNvSpPr/>
            <p:nvPr/>
          </p:nvSpPr>
          <p:spPr>
            <a:xfrm>
              <a:off x="249180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 name="Google Shape;320;p2"/>
            <p:cNvSpPr/>
            <p:nvPr/>
          </p:nvSpPr>
          <p:spPr>
            <a:xfrm>
              <a:off x="249180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 name="Google Shape;321;p2"/>
            <p:cNvSpPr/>
            <p:nvPr/>
          </p:nvSpPr>
          <p:spPr>
            <a:xfrm>
              <a:off x="249180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 name="Google Shape;322;p2"/>
            <p:cNvSpPr/>
            <p:nvPr/>
          </p:nvSpPr>
          <p:spPr>
            <a:xfrm>
              <a:off x="249180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 name="Google Shape;323;p2"/>
            <p:cNvSpPr/>
            <p:nvPr/>
          </p:nvSpPr>
          <p:spPr>
            <a:xfrm>
              <a:off x="249180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 name="Google Shape;324;p2"/>
            <p:cNvSpPr/>
            <p:nvPr/>
          </p:nvSpPr>
          <p:spPr>
            <a:xfrm>
              <a:off x="249180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 name="Google Shape;325;p2"/>
            <p:cNvSpPr/>
            <p:nvPr/>
          </p:nvSpPr>
          <p:spPr>
            <a:xfrm>
              <a:off x="249180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 name="Google Shape;326;p2"/>
            <p:cNvSpPr/>
            <p:nvPr/>
          </p:nvSpPr>
          <p:spPr>
            <a:xfrm>
              <a:off x="24918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 name="Google Shape;327;p2"/>
            <p:cNvSpPr/>
            <p:nvPr/>
          </p:nvSpPr>
          <p:spPr>
            <a:xfrm>
              <a:off x="249180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 name="Google Shape;328;p2"/>
            <p:cNvSpPr/>
            <p:nvPr/>
          </p:nvSpPr>
          <p:spPr>
            <a:xfrm>
              <a:off x="249180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 name="Google Shape;329;p2"/>
            <p:cNvSpPr/>
            <p:nvPr/>
          </p:nvSpPr>
          <p:spPr>
            <a:xfrm>
              <a:off x="249180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 name="Google Shape;330;p2"/>
            <p:cNvSpPr/>
            <p:nvPr/>
          </p:nvSpPr>
          <p:spPr>
            <a:xfrm>
              <a:off x="249180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 name="Google Shape;331;p2"/>
            <p:cNvSpPr/>
            <p:nvPr/>
          </p:nvSpPr>
          <p:spPr>
            <a:xfrm>
              <a:off x="249180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 name="Google Shape;332;p2"/>
            <p:cNvSpPr/>
            <p:nvPr/>
          </p:nvSpPr>
          <p:spPr>
            <a:xfrm>
              <a:off x="249180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 name="Google Shape;333;p2"/>
            <p:cNvSpPr/>
            <p:nvPr/>
          </p:nvSpPr>
          <p:spPr>
            <a:xfrm>
              <a:off x="249180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 name="Google Shape;334;p2"/>
            <p:cNvSpPr/>
            <p:nvPr/>
          </p:nvSpPr>
          <p:spPr>
            <a:xfrm>
              <a:off x="249180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 name="Google Shape;335;p2"/>
            <p:cNvSpPr/>
            <p:nvPr/>
          </p:nvSpPr>
          <p:spPr>
            <a:xfrm>
              <a:off x="249180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 name="Google Shape;336;p2"/>
            <p:cNvSpPr/>
            <p:nvPr/>
          </p:nvSpPr>
          <p:spPr>
            <a:xfrm>
              <a:off x="249180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 name="Google Shape;337;p2"/>
            <p:cNvSpPr/>
            <p:nvPr/>
          </p:nvSpPr>
          <p:spPr>
            <a:xfrm>
              <a:off x="249180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 name="Google Shape;338;p2"/>
            <p:cNvSpPr/>
            <p:nvPr/>
          </p:nvSpPr>
          <p:spPr>
            <a:xfrm>
              <a:off x="249180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 name="Google Shape;339;p2"/>
            <p:cNvSpPr/>
            <p:nvPr/>
          </p:nvSpPr>
          <p:spPr>
            <a:xfrm>
              <a:off x="249180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 name="Google Shape;340;p2"/>
            <p:cNvSpPr/>
            <p:nvPr/>
          </p:nvSpPr>
          <p:spPr>
            <a:xfrm>
              <a:off x="264232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 name="Google Shape;341;p2"/>
            <p:cNvSpPr/>
            <p:nvPr/>
          </p:nvSpPr>
          <p:spPr>
            <a:xfrm>
              <a:off x="264232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 name="Google Shape;342;p2"/>
            <p:cNvSpPr/>
            <p:nvPr/>
          </p:nvSpPr>
          <p:spPr>
            <a:xfrm>
              <a:off x="264232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 name="Google Shape;343;p2"/>
            <p:cNvSpPr/>
            <p:nvPr/>
          </p:nvSpPr>
          <p:spPr>
            <a:xfrm>
              <a:off x="26423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 name="Google Shape;344;p2"/>
            <p:cNvSpPr/>
            <p:nvPr/>
          </p:nvSpPr>
          <p:spPr>
            <a:xfrm>
              <a:off x="264232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 name="Google Shape;345;p2"/>
            <p:cNvSpPr/>
            <p:nvPr/>
          </p:nvSpPr>
          <p:spPr>
            <a:xfrm>
              <a:off x="26423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 name="Google Shape;346;p2"/>
            <p:cNvSpPr/>
            <p:nvPr/>
          </p:nvSpPr>
          <p:spPr>
            <a:xfrm>
              <a:off x="26423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 name="Google Shape;347;p2"/>
            <p:cNvSpPr/>
            <p:nvPr/>
          </p:nvSpPr>
          <p:spPr>
            <a:xfrm>
              <a:off x="264232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 name="Google Shape;348;p2"/>
            <p:cNvSpPr/>
            <p:nvPr/>
          </p:nvSpPr>
          <p:spPr>
            <a:xfrm>
              <a:off x="26423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 name="Google Shape;349;p2"/>
            <p:cNvSpPr/>
            <p:nvPr/>
          </p:nvSpPr>
          <p:spPr>
            <a:xfrm>
              <a:off x="264232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 name="Google Shape;350;p2"/>
            <p:cNvSpPr/>
            <p:nvPr/>
          </p:nvSpPr>
          <p:spPr>
            <a:xfrm>
              <a:off x="264232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1" name="Google Shape;351;p2"/>
            <p:cNvSpPr/>
            <p:nvPr/>
          </p:nvSpPr>
          <p:spPr>
            <a:xfrm>
              <a:off x="264232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2" name="Google Shape;352;p2"/>
            <p:cNvSpPr/>
            <p:nvPr/>
          </p:nvSpPr>
          <p:spPr>
            <a:xfrm>
              <a:off x="264232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3" name="Google Shape;353;p2"/>
            <p:cNvSpPr/>
            <p:nvPr/>
          </p:nvSpPr>
          <p:spPr>
            <a:xfrm>
              <a:off x="264232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4" name="Google Shape;354;p2"/>
            <p:cNvSpPr/>
            <p:nvPr/>
          </p:nvSpPr>
          <p:spPr>
            <a:xfrm>
              <a:off x="264232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5" name="Google Shape;355;p2"/>
            <p:cNvSpPr/>
            <p:nvPr/>
          </p:nvSpPr>
          <p:spPr>
            <a:xfrm>
              <a:off x="264232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6" name="Google Shape;356;p2"/>
            <p:cNvSpPr/>
            <p:nvPr/>
          </p:nvSpPr>
          <p:spPr>
            <a:xfrm>
              <a:off x="26423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7" name="Google Shape;357;p2"/>
            <p:cNvSpPr/>
            <p:nvPr/>
          </p:nvSpPr>
          <p:spPr>
            <a:xfrm>
              <a:off x="264232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8" name="Google Shape;358;p2"/>
            <p:cNvSpPr/>
            <p:nvPr/>
          </p:nvSpPr>
          <p:spPr>
            <a:xfrm>
              <a:off x="264232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9" name="Google Shape;359;p2"/>
            <p:cNvSpPr/>
            <p:nvPr/>
          </p:nvSpPr>
          <p:spPr>
            <a:xfrm>
              <a:off x="26423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0" name="Google Shape;360;p2"/>
            <p:cNvSpPr/>
            <p:nvPr/>
          </p:nvSpPr>
          <p:spPr>
            <a:xfrm>
              <a:off x="2792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1" name="Google Shape;361;p2"/>
            <p:cNvSpPr/>
            <p:nvPr/>
          </p:nvSpPr>
          <p:spPr>
            <a:xfrm>
              <a:off x="2792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2" name="Google Shape;362;p2"/>
            <p:cNvSpPr/>
            <p:nvPr/>
          </p:nvSpPr>
          <p:spPr>
            <a:xfrm>
              <a:off x="2792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3" name="Google Shape;363;p2"/>
            <p:cNvSpPr/>
            <p:nvPr/>
          </p:nvSpPr>
          <p:spPr>
            <a:xfrm>
              <a:off x="2792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4" name="Google Shape;364;p2"/>
            <p:cNvSpPr/>
            <p:nvPr/>
          </p:nvSpPr>
          <p:spPr>
            <a:xfrm>
              <a:off x="2792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5" name="Google Shape;365;p2"/>
            <p:cNvSpPr/>
            <p:nvPr/>
          </p:nvSpPr>
          <p:spPr>
            <a:xfrm>
              <a:off x="2792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6" name="Google Shape;366;p2"/>
            <p:cNvSpPr/>
            <p:nvPr/>
          </p:nvSpPr>
          <p:spPr>
            <a:xfrm>
              <a:off x="2792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7" name="Google Shape;367;p2"/>
            <p:cNvSpPr/>
            <p:nvPr/>
          </p:nvSpPr>
          <p:spPr>
            <a:xfrm>
              <a:off x="2792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8" name="Google Shape;368;p2"/>
            <p:cNvSpPr/>
            <p:nvPr/>
          </p:nvSpPr>
          <p:spPr>
            <a:xfrm>
              <a:off x="2792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9" name="Google Shape;369;p2"/>
            <p:cNvSpPr/>
            <p:nvPr/>
          </p:nvSpPr>
          <p:spPr>
            <a:xfrm>
              <a:off x="2792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0" name="Google Shape;370;p2"/>
            <p:cNvSpPr/>
            <p:nvPr/>
          </p:nvSpPr>
          <p:spPr>
            <a:xfrm>
              <a:off x="2792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1" name="Google Shape;371;p2"/>
            <p:cNvSpPr/>
            <p:nvPr/>
          </p:nvSpPr>
          <p:spPr>
            <a:xfrm>
              <a:off x="2792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2" name="Google Shape;372;p2"/>
            <p:cNvSpPr/>
            <p:nvPr/>
          </p:nvSpPr>
          <p:spPr>
            <a:xfrm>
              <a:off x="2792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3" name="Google Shape;373;p2"/>
            <p:cNvSpPr/>
            <p:nvPr/>
          </p:nvSpPr>
          <p:spPr>
            <a:xfrm>
              <a:off x="2792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4" name="Google Shape;374;p2"/>
            <p:cNvSpPr/>
            <p:nvPr/>
          </p:nvSpPr>
          <p:spPr>
            <a:xfrm>
              <a:off x="2792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5" name="Google Shape;375;p2"/>
            <p:cNvSpPr/>
            <p:nvPr/>
          </p:nvSpPr>
          <p:spPr>
            <a:xfrm>
              <a:off x="2792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6" name="Google Shape;376;p2"/>
            <p:cNvSpPr/>
            <p:nvPr/>
          </p:nvSpPr>
          <p:spPr>
            <a:xfrm>
              <a:off x="2792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7" name="Google Shape;377;p2"/>
            <p:cNvSpPr/>
            <p:nvPr/>
          </p:nvSpPr>
          <p:spPr>
            <a:xfrm>
              <a:off x="2792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8" name="Google Shape;378;p2"/>
            <p:cNvSpPr/>
            <p:nvPr/>
          </p:nvSpPr>
          <p:spPr>
            <a:xfrm>
              <a:off x="294332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 name="Google Shape;379;p2"/>
            <p:cNvSpPr/>
            <p:nvPr/>
          </p:nvSpPr>
          <p:spPr>
            <a:xfrm>
              <a:off x="294332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0" name="Google Shape;380;p2"/>
            <p:cNvSpPr/>
            <p:nvPr/>
          </p:nvSpPr>
          <p:spPr>
            <a:xfrm>
              <a:off x="294332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1" name="Google Shape;381;p2"/>
            <p:cNvSpPr/>
            <p:nvPr/>
          </p:nvSpPr>
          <p:spPr>
            <a:xfrm>
              <a:off x="294332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2" name="Google Shape;382;p2"/>
            <p:cNvSpPr/>
            <p:nvPr/>
          </p:nvSpPr>
          <p:spPr>
            <a:xfrm>
              <a:off x="294332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 name="Google Shape;383;p2"/>
            <p:cNvSpPr/>
            <p:nvPr/>
          </p:nvSpPr>
          <p:spPr>
            <a:xfrm>
              <a:off x="294332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4" name="Google Shape;384;p2"/>
            <p:cNvSpPr/>
            <p:nvPr/>
          </p:nvSpPr>
          <p:spPr>
            <a:xfrm>
              <a:off x="294332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5" name="Google Shape;385;p2"/>
            <p:cNvSpPr/>
            <p:nvPr/>
          </p:nvSpPr>
          <p:spPr>
            <a:xfrm>
              <a:off x="294332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6" name="Google Shape;386;p2"/>
            <p:cNvSpPr/>
            <p:nvPr/>
          </p:nvSpPr>
          <p:spPr>
            <a:xfrm>
              <a:off x="294332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7" name="Google Shape;387;p2"/>
            <p:cNvSpPr/>
            <p:nvPr/>
          </p:nvSpPr>
          <p:spPr>
            <a:xfrm>
              <a:off x="294332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 name="Google Shape;388;p2"/>
            <p:cNvSpPr/>
            <p:nvPr/>
          </p:nvSpPr>
          <p:spPr>
            <a:xfrm>
              <a:off x="294332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 name="Google Shape;389;p2"/>
            <p:cNvSpPr/>
            <p:nvPr/>
          </p:nvSpPr>
          <p:spPr>
            <a:xfrm>
              <a:off x="294332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0" name="Google Shape;390;p2"/>
            <p:cNvSpPr/>
            <p:nvPr/>
          </p:nvSpPr>
          <p:spPr>
            <a:xfrm>
              <a:off x="294332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 name="Google Shape;391;p2"/>
            <p:cNvSpPr/>
            <p:nvPr/>
          </p:nvSpPr>
          <p:spPr>
            <a:xfrm>
              <a:off x="294332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2" name="Google Shape;392;p2"/>
            <p:cNvSpPr/>
            <p:nvPr/>
          </p:nvSpPr>
          <p:spPr>
            <a:xfrm>
              <a:off x="294332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3" name="Google Shape;393;p2"/>
            <p:cNvSpPr/>
            <p:nvPr/>
          </p:nvSpPr>
          <p:spPr>
            <a:xfrm>
              <a:off x="294332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4" name="Google Shape;394;p2"/>
            <p:cNvSpPr/>
            <p:nvPr/>
          </p:nvSpPr>
          <p:spPr>
            <a:xfrm>
              <a:off x="294332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5" name="Google Shape;395;p2"/>
            <p:cNvSpPr/>
            <p:nvPr/>
          </p:nvSpPr>
          <p:spPr>
            <a:xfrm>
              <a:off x="294332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6" name="Google Shape;396;p2"/>
            <p:cNvSpPr/>
            <p:nvPr/>
          </p:nvSpPr>
          <p:spPr>
            <a:xfrm>
              <a:off x="3093850"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7" name="Google Shape;397;p2"/>
            <p:cNvSpPr/>
            <p:nvPr/>
          </p:nvSpPr>
          <p:spPr>
            <a:xfrm>
              <a:off x="3093850"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8" name="Google Shape;398;p2"/>
            <p:cNvSpPr/>
            <p:nvPr/>
          </p:nvSpPr>
          <p:spPr>
            <a:xfrm>
              <a:off x="3093850"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9" name="Google Shape;399;p2"/>
            <p:cNvSpPr/>
            <p:nvPr/>
          </p:nvSpPr>
          <p:spPr>
            <a:xfrm>
              <a:off x="3093850"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0" name="Google Shape;400;p2"/>
            <p:cNvSpPr/>
            <p:nvPr/>
          </p:nvSpPr>
          <p:spPr>
            <a:xfrm>
              <a:off x="3093850"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1" name="Google Shape;401;p2"/>
            <p:cNvSpPr/>
            <p:nvPr/>
          </p:nvSpPr>
          <p:spPr>
            <a:xfrm>
              <a:off x="3093850"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2" name="Google Shape;402;p2"/>
            <p:cNvSpPr/>
            <p:nvPr/>
          </p:nvSpPr>
          <p:spPr>
            <a:xfrm>
              <a:off x="3093850"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3" name="Google Shape;403;p2"/>
            <p:cNvSpPr/>
            <p:nvPr/>
          </p:nvSpPr>
          <p:spPr>
            <a:xfrm>
              <a:off x="309385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 name="Google Shape;404;p2"/>
            <p:cNvSpPr/>
            <p:nvPr/>
          </p:nvSpPr>
          <p:spPr>
            <a:xfrm>
              <a:off x="3093850"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5" name="Google Shape;405;p2"/>
            <p:cNvSpPr/>
            <p:nvPr/>
          </p:nvSpPr>
          <p:spPr>
            <a:xfrm>
              <a:off x="324435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6" name="Google Shape;406;p2"/>
            <p:cNvSpPr/>
            <p:nvPr/>
          </p:nvSpPr>
          <p:spPr>
            <a:xfrm>
              <a:off x="32443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 name="Google Shape;407;p2"/>
            <p:cNvSpPr/>
            <p:nvPr/>
          </p:nvSpPr>
          <p:spPr>
            <a:xfrm>
              <a:off x="324435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 name="Google Shape;408;p2"/>
            <p:cNvSpPr/>
            <p:nvPr/>
          </p:nvSpPr>
          <p:spPr>
            <a:xfrm>
              <a:off x="324435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9" name="Google Shape;409;p2"/>
            <p:cNvSpPr/>
            <p:nvPr/>
          </p:nvSpPr>
          <p:spPr>
            <a:xfrm>
              <a:off x="32443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0" name="Google Shape;410;p2"/>
            <p:cNvSpPr/>
            <p:nvPr/>
          </p:nvSpPr>
          <p:spPr>
            <a:xfrm>
              <a:off x="324435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1" name="Google Shape;411;p2"/>
            <p:cNvSpPr/>
            <p:nvPr/>
          </p:nvSpPr>
          <p:spPr>
            <a:xfrm>
              <a:off x="324435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2" name="Google Shape;412;p2"/>
            <p:cNvSpPr/>
            <p:nvPr/>
          </p:nvSpPr>
          <p:spPr>
            <a:xfrm>
              <a:off x="324435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3" name="Google Shape;413;p2"/>
            <p:cNvSpPr/>
            <p:nvPr/>
          </p:nvSpPr>
          <p:spPr>
            <a:xfrm>
              <a:off x="33948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 name="Google Shape;414;p2"/>
            <p:cNvSpPr/>
            <p:nvPr/>
          </p:nvSpPr>
          <p:spPr>
            <a:xfrm>
              <a:off x="33948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5" name="Google Shape;415;p2"/>
            <p:cNvSpPr/>
            <p:nvPr/>
          </p:nvSpPr>
          <p:spPr>
            <a:xfrm>
              <a:off x="33948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6" name="Google Shape;416;p2"/>
            <p:cNvSpPr/>
            <p:nvPr/>
          </p:nvSpPr>
          <p:spPr>
            <a:xfrm>
              <a:off x="33948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7" name="Google Shape;417;p2"/>
            <p:cNvSpPr/>
            <p:nvPr/>
          </p:nvSpPr>
          <p:spPr>
            <a:xfrm>
              <a:off x="33948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8" name="Google Shape;418;p2"/>
            <p:cNvSpPr/>
            <p:nvPr/>
          </p:nvSpPr>
          <p:spPr>
            <a:xfrm>
              <a:off x="33948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9" name="Google Shape;419;p2"/>
            <p:cNvSpPr/>
            <p:nvPr/>
          </p:nvSpPr>
          <p:spPr>
            <a:xfrm>
              <a:off x="35453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0" name="Google Shape;420;p2"/>
            <p:cNvSpPr/>
            <p:nvPr/>
          </p:nvSpPr>
          <p:spPr>
            <a:xfrm>
              <a:off x="35453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1" name="Google Shape;421;p2"/>
            <p:cNvSpPr/>
            <p:nvPr/>
          </p:nvSpPr>
          <p:spPr>
            <a:xfrm>
              <a:off x="35453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22" name="Google Shape;422;p2"/>
          <p:cNvGrpSpPr/>
          <p:nvPr/>
        </p:nvGrpSpPr>
        <p:grpSpPr>
          <a:xfrm rot="10800000">
            <a:off x="6367294" y="28698"/>
            <a:ext cx="2309820" cy="5086302"/>
            <a:chOff x="1287725" y="238125"/>
            <a:chExt cx="2379050" cy="5238750"/>
          </a:xfrm>
        </p:grpSpPr>
        <p:sp>
          <p:nvSpPr>
            <p:cNvPr id="423" name="Google Shape;423;p2"/>
            <p:cNvSpPr/>
            <p:nvPr/>
          </p:nvSpPr>
          <p:spPr>
            <a:xfrm>
              <a:off x="128772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4" name="Google Shape;424;p2"/>
            <p:cNvSpPr/>
            <p:nvPr/>
          </p:nvSpPr>
          <p:spPr>
            <a:xfrm>
              <a:off x="12877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 name="Google Shape;425;p2"/>
            <p:cNvSpPr/>
            <p:nvPr/>
          </p:nvSpPr>
          <p:spPr>
            <a:xfrm>
              <a:off x="128772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6" name="Google Shape;426;p2"/>
            <p:cNvSpPr/>
            <p:nvPr/>
          </p:nvSpPr>
          <p:spPr>
            <a:xfrm>
              <a:off x="128772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7" name="Google Shape;427;p2"/>
            <p:cNvSpPr/>
            <p:nvPr/>
          </p:nvSpPr>
          <p:spPr>
            <a:xfrm>
              <a:off x="128772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8" name="Google Shape;428;p2"/>
            <p:cNvSpPr/>
            <p:nvPr/>
          </p:nvSpPr>
          <p:spPr>
            <a:xfrm>
              <a:off x="128772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9" name="Google Shape;429;p2"/>
            <p:cNvSpPr/>
            <p:nvPr/>
          </p:nvSpPr>
          <p:spPr>
            <a:xfrm>
              <a:off x="128772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0" name="Google Shape;430;p2"/>
            <p:cNvSpPr/>
            <p:nvPr/>
          </p:nvSpPr>
          <p:spPr>
            <a:xfrm>
              <a:off x="128772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1" name="Google Shape;431;p2"/>
            <p:cNvSpPr/>
            <p:nvPr/>
          </p:nvSpPr>
          <p:spPr>
            <a:xfrm>
              <a:off x="128772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2" name="Google Shape;432;p2"/>
            <p:cNvSpPr/>
            <p:nvPr/>
          </p:nvSpPr>
          <p:spPr>
            <a:xfrm>
              <a:off x="12877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3" name="Google Shape;433;p2"/>
            <p:cNvSpPr/>
            <p:nvPr/>
          </p:nvSpPr>
          <p:spPr>
            <a:xfrm>
              <a:off x="128772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4" name="Google Shape;434;p2"/>
            <p:cNvSpPr/>
            <p:nvPr/>
          </p:nvSpPr>
          <p:spPr>
            <a:xfrm>
              <a:off x="128772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5" name="Google Shape;435;p2"/>
            <p:cNvSpPr/>
            <p:nvPr/>
          </p:nvSpPr>
          <p:spPr>
            <a:xfrm>
              <a:off x="128772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6" name="Google Shape;436;p2"/>
            <p:cNvSpPr/>
            <p:nvPr/>
          </p:nvSpPr>
          <p:spPr>
            <a:xfrm>
              <a:off x="128772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7" name="Google Shape;437;p2"/>
            <p:cNvSpPr/>
            <p:nvPr/>
          </p:nvSpPr>
          <p:spPr>
            <a:xfrm>
              <a:off x="128772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8" name="Google Shape;438;p2"/>
            <p:cNvSpPr/>
            <p:nvPr/>
          </p:nvSpPr>
          <p:spPr>
            <a:xfrm>
              <a:off x="14382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9" name="Google Shape;439;p2"/>
            <p:cNvSpPr/>
            <p:nvPr/>
          </p:nvSpPr>
          <p:spPr>
            <a:xfrm>
              <a:off x="14382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0" name="Google Shape;440;p2"/>
            <p:cNvSpPr/>
            <p:nvPr/>
          </p:nvSpPr>
          <p:spPr>
            <a:xfrm>
              <a:off x="14382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1" name="Google Shape;441;p2"/>
            <p:cNvSpPr/>
            <p:nvPr/>
          </p:nvSpPr>
          <p:spPr>
            <a:xfrm>
              <a:off x="14382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2" name="Google Shape;442;p2"/>
            <p:cNvSpPr/>
            <p:nvPr/>
          </p:nvSpPr>
          <p:spPr>
            <a:xfrm>
              <a:off x="15887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3" name="Google Shape;443;p2"/>
            <p:cNvSpPr/>
            <p:nvPr/>
          </p:nvSpPr>
          <p:spPr>
            <a:xfrm>
              <a:off x="15887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4" name="Google Shape;444;p2"/>
            <p:cNvSpPr/>
            <p:nvPr/>
          </p:nvSpPr>
          <p:spPr>
            <a:xfrm>
              <a:off x="15887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5" name="Google Shape;445;p2"/>
            <p:cNvSpPr/>
            <p:nvPr/>
          </p:nvSpPr>
          <p:spPr>
            <a:xfrm>
              <a:off x="15887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6" name="Google Shape;446;p2"/>
            <p:cNvSpPr/>
            <p:nvPr/>
          </p:nvSpPr>
          <p:spPr>
            <a:xfrm>
              <a:off x="15887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7" name="Google Shape;447;p2"/>
            <p:cNvSpPr/>
            <p:nvPr/>
          </p:nvSpPr>
          <p:spPr>
            <a:xfrm>
              <a:off x="15887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8" name="Google Shape;448;p2"/>
            <p:cNvSpPr/>
            <p:nvPr/>
          </p:nvSpPr>
          <p:spPr>
            <a:xfrm>
              <a:off x="15887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9" name="Google Shape;449;p2"/>
            <p:cNvSpPr/>
            <p:nvPr/>
          </p:nvSpPr>
          <p:spPr>
            <a:xfrm>
              <a:off x="15887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0" name="Google Shape;450;p2"/>
            <p:cNvSpPr/>
            <p:nvPr/>
          </p:nvSpPr>
          <p:spPr>
            <a:xfrm>
              <a:off x="15887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1" name="Google Shape;451;p2"/>
            <p:cNvSpPr/>
            <p:nvPr/>
          </p:nvSpPr>
          <p:spPr>
            <a:xfrm>
              <a:off x="15887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 name="Google Shape;452;p2"/>
            <p:cNvSpPr/>
            <p:nvPr/>
          </p:nvSpPr>
          <p:spPr>
            <a:xfrm>
              <a:off x="17392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 name="Google Shape;453;p2"/>
            <p:cNvSpPr/>
            <p:nvPr/>
          </p:nvSpPr>
          <p:spPr>
            <a:xfrm>
              <a:off x="17392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 name="Google Shape;454;p2"/>
            <p:cNvSpPr/>
            <p:nvPr/>
          </p:nvSpPr>
          <p:spPr>
            <a:xfrm>
              <a:off x="17392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5" name="Google Shape;455;p2"/>
            <p:cNvSpPr/>
            <p:nvPr/>
          </p:nvSpPr>
          <p:spPr>
            <a:xfrm>
              <a:off x="17392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 name="Google Shape;456;p2"/>
            <p:cNvSpPr/>
            <p:nvPr/>
          </p:nvSpPr>
          <p:spPr>
            <a:xfrm>
              <a:off x="17392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7" name="Google Shape;457;p2"/>
            <p:cNvSpPr/>
            <p:nvPr/>
          </p:nvSpPr>
          <p:spPr>
            <a:xfrm>
              <a:off x="17392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8" name="Google Shape;458;p2"/>
            <p:cNvSpPr/>
            <p:nvPr/>
          </p:nvSpPr>
          <p:spPr>
            <a:xfrm>
              <a:off x="17392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9" name="Google Shape;459;p2"/>
            <p:cNvSpPr/>
            <p:nvPr/>
          </p:nvSpPr>
          <p:spPr>
            <a:xfrm>
              <a:off x="17392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0" name="Google Shape;460;p2"/>
            <p:cNvSpPr/>
            <p:nvPr/>
          </p:nvSpPr>
          <p:spPr>
            <a:xfrm>
              <a:off x="17392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1" name="Google Shape;461;p2"/>
            <p:cNvSpPr/>
            <p:nvPr/>
          </p:nvSpPr>
          <p:spPr>
            <a:xfrm>
              <a:off x="17392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2" name="Google Shape;462;p2"/>
            <p:cNvSpPr/>
            <p:nvPr/>
          </p:nvSpPr>
          <p:spPr>
            <a:xfrm>
              <a:off x="17392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3" name="Google Shape;463;p2"/>
            <p:cNvSpPr/>
            <p:nvPr/>
          </p:nvSpPr>
          <p:spPr>
            <a:xfrm>
              <a:off x="17392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4" name="Google Shape;464;p2"/>
            <p:cNvSpPr/>
            <p:nvPr/>
          </p:nvSpPr>
          <p:spPr>
            <a:xfrm>
              <a:off x="17392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5" name="Google Shape;465;p2"/>
            <p:cNvSpPr/>
            <p:nvPr/>
          </p:nvSpPr>
          <p:spPr>
            <a:xfrm>
              <a:off x="17392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6" name="Google Shape;466;p2"/>
            <p:cNvSpPr/>
            <p:nvPr/>
          </p:nvSpPr>
          <p:spPr>
            <a:xfrm>
              <a:off x="17392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7" name="Google Shape;467;p2"/>
            <p:cNvSpPr/>
            <p:nvPr/>
          </p:nvSpPr>
          <p:spPr>
            <a:xfrm>
              <a:off x="17392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8" name="Google Shape;468;p2"/>
            <p:cNvSpPr/>
            <p:nvPr/>
          </p:nvSpPr>
          <p:spPr>
            <a:xfrm>
              <a:off x="17392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9" name="Google Shape;469;p2"/>
            <p:cNvSpPr/>
            <p:nvPr/>
          </p:nvSpPr>
          <p:spPr>
            <a:xfrm>
              <a:off x="188975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0" name="Google Shape;470;p2"/>
            <p:cNvSpPr/>
            <p:nvPr/>
          </p:nvSpPr>
          <p:spPr>
            <a:xfrm>
              <a:off x="188975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1" name="Google Shape;471;p2"/>
            <p:cNvSpPr/>
            <p:nvPr/>
          </p:nvSpPr>
          <p:spPr>
            <a:xfrm>
              <a:off x="188975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2" name="Google Shape;472;p2"/>
            <p:cNvSpPr/>
            <p:nvPr/>
          </p:nvSpPr>
          <p:spPr>
            <a:xfrm>
              <a:off x="188975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3" name="Google Shape;473;p2"/>
            <p:cNvSpPr/>
            <p:nvPr/>
          </p:nvSpPr>
          <p:spPr>
            <a:xfrm>
              <a:off x="188975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4" name="Google Shape;474;p2"/>
            <p:cNvSpPr/>
            <p:nvPr/>
          </p:nvSpPr>
          <p:spPr>
            <a:xfrm>
              <a:off x="188975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5" name="Google Shape;475;p2"/>
            <p:cNvSpPr/>
            <p:nvPr/>
          </p:nvSpPr>
          <p:spPr>
            <a:xfrm>
              <a:off x="188975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6" name="Google Shape;476;p2"/>
            <p:cNvSpPr/>
            <p:nvPr/>
          </p:nvSpPr>
          <p:spPr>
            <a:xfrm>
              <a:off x="188975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7" name="Google Shape;477;p2"/>
            <p:cNvSpPr/>
            <p:nvPr/>
          </p:nvSpPr>
          <p:spPr>
            <a:xfrm>
              <a:off x="188975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8" name="Google Shape;478;p2"/>
            <p:cNvSpPr/>
            <p:nvPr/>
          </p:nvSpPr>
          <p:spPr>
            <a:xfrm>
              <a:off x="188975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9" name="Google Shape;479;p2"/>
            <p:cNvSpPr/>
            <p:nvPr/>
          </p:nvSpPr>
          <p:spPr>
            <a:xfrm>
              <a:off x="188975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0" name="Google Shape;480;p2"/>
            <p:cNvSpPr/>
            <p:nvPr/>
          </p:nvSpPr>
          <p:spPr>
            <a:xfrm>
              <a:off x="204027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1" name="Google Shape;481;p2"/>
            <p:cNvSpPr/>
            <p:nvPr/>
          </p:nvSpPr>
          <p:spPr>
            <a:xfrm>
              <a:off x="204027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2" name="Google Shape;482;p2"/>
            <p:cNvSpPr/>
            <p:nvPr/>
          </p:nvSpPr>
          <p:spPr>
            <a:xfrm>
              <a:off x="204027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3" name="Google Shape;483;p2"/>
            <p:cNvSpPr/>
            <p:nvPr/>
          </p:nvSpPr>
          <p:spPr>
            <a:xfrm>
              <a:off x="204027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4" name="Google Shape;484;p2"/>
            <p:cNvSpPr/>
            <p:nvPr/>
          </p:nvSpPr>
          <p:spPr>
            <a:xfrm>
              <a:off x="204027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5" name="Google Shape;485;p2"/>
            <p:cNvSpPr/>
            <p:nvPr/>
          </p:nvSpPr>
          <p:spPr>
            <a:xfrm>
              <a:off x="204027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6" name="Google Shape;486;p2"/>
            <p:cNvSpPr/>
            <p:nvPr/>
          </p:nvSpPr>
          <p:spPr>
            <a:xfrm>
              <a:off x="204027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7" name="Google Shape;487;p2"/>
            <p:cNvSpPr/>
            <p:nvPr/>
          </p:nvSpPr>
          <p:spPr>
            <a:xfrm>
              <a:off x="204027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8" name="Google Shape;488;p2"/>
            <p:cNvSpPr/>
            <p:nvPr/>
          </p:nvSpPr>
          <p:spPr>
            <a:xfrm>
              <a:off x="204027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9" name="Google Shape;489;p2"/>
            <p:cNvSpPr/>
            <p:nvPr/>
          </p:nvSpPr>
          <p:spPr>
            <a:xfrm>
              <a:off x="204027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0" name="Google Shape;490;p2"/>
            <p:cNvSpPr/>
            <p:nvPr/>
          </p:nvSpPr>
          <p:spPr>
            <a:xfrm>
              <a:off x="204027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1" name="Google Shape;491;p2"/>
            <p:cNvSpPr/>
            <p:nvPr/>
          </p:nvSpPr>
          <p:spPr>
            <a:xfrm>
              <a:off x="204027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2" name="Google Shape;492;p2"/>
            <p:cNvSpPr/>
            <p:nvPr/>
          </p:nvSpPr>
          <p:spPr>
            <a:xfrm>
              <a:off x="204027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3" name="Google Shape;493;p2"/>
            <p:cNvSpPr/>
            <p:nvPr/>
          </p:nvSpPr>
          <p:spPr>
            <a:xfrm>
              <a:off x="21907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4" name="Google Shape;494;p2"/>
            <p:cNvSpPr/>
            <p:nvPr/>
          </p:nvSpPr>
          <p:spPr>
            <a:xfrm>
              <a:off x="21907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5" name="Google Shape;495;p2"/>
            <p:cNvSpPr/>
            <p:nvPr/>
          </p:nvSpPr>
          <p:spPr>
            <a:xfrm>
              <a:off x="21907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6" name="Google Shape;496;p2"/>
            <p:cNvSpPr/>
            <p:nvPr/>
          </p:nvSpPr>
          <p:spPr>
            <a:xfrm>
              <a:off x="21907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7" name="Google Shape;497;p2"/>
            <p:cNvSpPr/>
            <p:nvPr/>
          </p:nvSpPr>
          <p:spPr>
            <a:xfrm>
              <a:off x="21907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8" name="Google Shape;498;p2"/>
            <p:cNvSpPr/>
            <p:nvPr/>
          </p:nvSpPr>
          <p:spPr>
            <a:xfrm>
              <a:off x="2190775"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9" name="Google Shape;499;p2"/>
            <p:cNvSpPr/>
            <p:nvPr/>
          </p:nvSpPr>
          <p:spPr>
            <a:xfrm>
              <a:off x="21907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0" name="Google Shape;500;p2"/>
            <p:cNvSpPr/>
            <p:nvPr/>
          </p:nvSpPr>
          <p:spPr>
            <a:xfrm>
              <a:off x="21907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1" name="Google Shape;501;p2"/>
            <p:cNvSpPr/>
            <p:nvPr/>
          </p:nvSpPr>
          <p:spPr>
            <a:xfrm>
              <a:off x="2190775"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2" name="Google Shape;502;p2"/>
            <p:cNvSpPr/>
            <p:nvPr/>
          </p:nvSpPr>
          <p:spPr>
            <a:xfrm>
              <a:off x="234130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3" name="Google Shape;503;p2"/>
            <p:cNvSpPr/>
            <p:nvPr/>
          </p:nvSpPr>
          <p:spPr>
            <a:xfrm>
              <a:off x="234130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4" name="Google Shape;504;p2"/>
            <p:cNvSpPr/>
            <p:nvPr/>
          </p:nvSpPr>
          <p:spPr>
            <a:xfrm>
              <a:off x="234130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5" name="Google Shape;505;p2"/>
            <p:cNvSpPr/>
            <p:nvPr/>
          </p:nvSpPr>
          <p:spPr>
            <a:xfrm>
              <a:off x="234130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6" name="Google Shape;506;p2"/>
            <p:cNvSpPr/>
            <p:nvPr/>
          </p:nvSpPr>
          <p:spPr>
            <a:xfrm>
              <a:off x="234130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7" name="Google Shape;507;p2"/>
            <p:cNvSpPr/>
            <p:nvPr/>
          </p:nvSpPr>
          <p:spPr>
            <a:xfrm>
              <a:off x="234130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8" name="Google Shape;508;p2"/>
            <p:cNvSpPr/>
            <p:nvPr/>
          </p:nvSpPr>
          <p:spPr>
            <a:xfrm>
              <a:off x="234130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9" name="Google Shape;509;p2"/>
            <p:cNvSpPr/>
            <p:nvPr/>
          </p:nvSpPr>
          <p:spPr>
            <a:xfrm>
              <a:off x="234130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0" name="Google Shape;510;p2"/>
            <p:cNvSpPr/>
            <p:nvPr/>
          </p:nvSpPr>
          <p:spPr>
            <a:xfrm>
              <a:off x="249180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1" name="Google Shape;511;p2"/>
            <p:cNvSpPr/>
            <p:nvPr/>
          </p:nvSpPr>
          <p:spPr>
            <a:xfrm>
              <a:off x="249180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2" name="Google Shape;512;p2"/>
            <p:cNvSpPr/>
            <p:nvPr/>
          </p:nvSpPr>
          <p:spPr>
            <a:xfrm>
              <a:off x="249180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 name="Google Shape;513;p2"/>
            <p:cNvSpPr/>
            <p:nvPr/>
          </p:nvSpPr>
          <p:spPr>
            <a:xfrm>
              <a:off x="249180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 name="Google Shape;514;p2"/>
            <p:cNvSpPr/>
            <p:nvPr/>
          </p:nvSpPr>
          <p:spPr>
            <a:xfrm>
              <a:off x="24918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 name="Google Shape;515;p2"/>
            <p:cNvSpPr/>
            <p:nvPr/>
          </p:nvSpPr>
          <p:spPr>
            <a:xfrm>
              <a:off x="264232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 name="Google Shape;516;p2"/>
            <p:cNvSpPr/>
            <p:nvPr/>
          </p:nvSpPr>
          <p:spPr>
            <a:xfrm>
              <a:off x="264232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7" name="Google Shape;517;p2"/>
            <p:cNvSpPr/>
            <p:nvPr/>
          </p:nvSpPr>
          <p:spPr>
            <a:xfrm>
              <a:off x="264232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8" name="Google Shape;518;p2"/>
            <p:cNvSpPr/>
            <p:nvPr/>
          </p:nvSpPr>
          <p:spPr>
            <a:xfrm>
              <a:off x="264232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9" name="Google Shape;519;p2"/>
            <p:cNvSpPr/>
            <p:nvPr/>
          </p:nvSpPr>
          <p:spPr>
            <a:xfrm>
              <a:off x="264232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0" name="Google Shape;520;p2"/>
            <p:cNvSpPr/>
            <p:nvPr/>
          </p:nvSpPr>
          <p:spPr>
            <a:xfrm>
              <a:off x="2792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1" name="Google Shape;521;p2"/>
            <p:cNvSpPr/>
            <p:nvPr/>
          </p:nvSpPr>
          <p:spPr>
            <a:xfrm>
              <a:off x="294332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2" name="Google Shape;522;p2"/>
            <p:cNvSpPr/>
            <p:nvPr/>
          </p:nvSpPr>
          <p:spPr>
            <a:xfrm>
              <a:off x="294332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3" name="Google Shape;523;p2"/>
            <p:cNvSpPr/>
            <p:nvPr/>
          </p:nvSpPr>
          <p:spPr>
            <a:xfrm>
              <a:off x="3093850"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4" name="Google Shape;524;p2"/>
            <p:cNvSpPr/>
            <p:nvPr/>
          </p:nvSpPr>
          <p:spPr>
            <a:xfrm>
              <a:off x="33948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5" name="Google Shape;525;p2"/>
            <p:cNvSpPr/>
            <p:nvPr/>
          </p:nvSpPr>
          <p:spPr>
            <a:xfrm>
              <a:off x="35453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1563"/>
        <p:cNvGrpSpPr/>
        <p:nvPr/>
      </p:nvGrpSpPr>
      <p:grpSpPr>
        <a:xfrm>
          <a:off x="0" y="0"/>
          <a:ext cx="0" cy="0"/>
          <a:chOff x="0" y="0"/>
          <a:chExt cx="0" cy="0"/>
        </a:xfrm>
      </p:grpSpPr>
      <p:sp>
        <p:nvSpPr>
          <p:cNvPr id="1564" name="Google Shape;1564;p5"/>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65" name="Google Shape;1565;p5"/>
          <p:cNvSpPr txBox="1">
            <a:spLocks noGrp="1"/>
          </p:cNvSpPr>
          <p:nvPr>
            <p:ph type="body" idx="1"/>
          </p:nvPr>
        </p:nvSpPr>
        <p:spPr>
          <a:xfrm>
            <a:off x="718300" y="1733550"/>
            <a:ext cx="6761100" cy="29805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grpSp>
        <p:nvGrpSpPr>
          <p:cNvPr id="1566" name="Google Shape;1566;p5"/>
          <p:cNvGrpSpPr/>
          <p:nvPr/>
        </p:nvGrpSpPr>
        <p:grpSpPr>
          <a:xfrm rot="10800000">
            <a:off x="8851487" y="28707"/>
            <a:ext cx="264012" cy="5086302"/>
            <a:chOff x="5307800" y="238125"/>
            <a:chExt cx="271925" cy="5238750"/>
          </a:xfrm>
        </p:grpSpPr>
        <p:sp>
          <p:nvSpPr>
            <p:cNvPr id="1567" name="Google Shape;1567;p5"/>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8" name="Google Shape;1568;p5"/>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69" name="Google Shape;1569;p5"/>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0" name="Google Shape;1570;p5"/>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1" name="Google Shape;1571;p5"/>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2" name="Google Shape;1572;p5"/>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3" name="Google Shape;1573;p5"/>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4" name="Google Shape;1574;p5"/>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5" name="Google Shape;1575;p5"/>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6" name="Google Shape;1576;p5"/>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7" name="Google Shape;1577;p5"/>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8" name="Google Shape;1578;p5"/>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79" name="Google Shape;1579;p5"/>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0" name="Google Shape;1580;p5"/>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1" name="Google Shape;1581;p5"/>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2" name="Google Shape;1582;p5"/>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3" name="Google Shape;1583;p5"/>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4" name="Google Shape;1584;p5"/>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5" name="Google Shape;1585;p5"/>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6" name="Google Shape;1586;p5"/>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7" name="Google Shape;1587;p5"/>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8" name="Google Shape;1588;p5"/>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89" name="Google Shape;1589;p5"/>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0" name="Google Shape;1590;p5"/>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1" name="Google Shape;1591;p5"/>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2" name="Google Shape;1592;p5"/>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3" name="Google Shape;1593;p5"/>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4" name="Google Shape;1594;p5"/>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5" name="Google Shape;1595;p5"/>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6" name="Google Shape;1596;p5"/>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7" name="Google Shape;1597;p5"/>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8" name="Google Shape;1598;p5"/>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99" name="Google Shape;1599;p5"/>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0" name="Google Shape;1600;p5"/>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1" name="Google Shape;1601;p5"/>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2" name="Google Shape;1602;p5"/>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3" name="Google Shape;1603;p5"/>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4" name="Google Shape;1604;p5"/>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5" name="Google Shape;1605;p5"/>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6" name="Google Shape;1606;p5"/>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7" name="Google Shape;1607;p5"/>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8" name="Google Shape;1608;p5"/>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9" name="Google Shape;1609;p5"/>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0" name="Google Shape;1610;p5"/>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1" name="Google Shape;1611;p5"/>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2" name="Google Shape;1612;p5"/>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3" name="Google Shape;1613;p5"/>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4" name="Google Shape;1614;p5"/>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5" name="Google Shape;1615;p5"/>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6" name="Google Shape;1616;p5"/>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7" name="Google Shape;1617;p5"/>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8" name="Google Shape;1618;p5"/>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19" name="Google Shape;1619;p5"/>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0" name="Google Shape;1620;p5"/>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1" name="Google Shape;1621;p5"/>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2" name="Google Shape;1622;p5"/>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3" name="Google Shape;1623;p5"/>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624" name="Google Shape;1624;p5"/>
          <p:cNvGrpSpPr/>
          <p:nvPr/>
        </p:nvGrpSpPr>
        <p:grpSpPr>
          <a:xfrm rot="10800000">
            <a:off x="7828571" y="28707"/>
            <a:ext cx="1140783" cy="5086302"/>
            <a:chOff x="5458325" y="238125"/>
            <a:chExt cx="1174975" cy="5238750"/>
          </a:xfrm>
        </p:grpSpPr>
        <p:sp>
          <p:nvSpPr>
            <p:cNvPr id="1625" name="Google Shape;1625;p5"/>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6" name="Google Shape;1626;p5"/>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7" name="Google Shape;1627;p5"/>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8" name="Google Shape;1628;p5"/>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29" name="Google Shape;1629;p5"/>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0" name="Google Shape;1630;p5"/>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1" name="Google Shape;1631;p5"/>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2" name="Google Shape;1632;p5"/>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3" name="Google Shape;1633;p5"/>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4" name="Google Shape;1634;p5"/>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5" name="Google Shape;1635;p5"/>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6" name="Google Shape;1636;p5"/>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7" name="Google Shape;1637;p5"/>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8" name="Google Shape;1638;p5"/>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39" name="Google Shape;1639;p5"/>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0" name="Google Shape;1640;p5"/>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1" name="Google Shape;1641;p5"/>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2" name="Google Shape;1642;p5"/>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3" name="Google Shape;1643;p5"/>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4" name="Google Shape;1644;p5"/>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5" name="Google Shape;1645;p5"/>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6" name="Google Shape;1646;p5"/>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7" name="Google Shape;1647;p5"/>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8" name="Google Shape;1648;p5"/>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49" name="Google Shape;1649;p5"/>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0" name="Google Shape;1650;p5"/>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1" name="Google Shape;1651;p5"/>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2" name="Google Shape;1652;p5"/>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3" name="Google Shape;1653;p5"/>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4" name="Google Shape;1654;p5"/>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5" name="Google Shape;1655;p5"/>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6" name="Google Shape;1656;p5"/>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7" name="Google Shape;1657;p5"/>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8" name="Google Shape;1658;p5"/>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59" name="Google Shape;1659;p5"/>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0" name="Google Shape;1660;p5"/>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1" name="Google Shape;1661;p5"/>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2" name="Google Shape;1662;p5"/>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3" name="Google Shape;1663;p5"/>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4" name="Google Shape;1664;p5"/>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5" name="Google Shape;1665;p5"/>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6" name="Google Shape;1666;p5"/>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7" name="Google Shape;1667;p5"/>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8" name="Google Shape;1668;p5"/>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69" name="Google Shape;1669;p5"/>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0" name="Google Shape;1670;p5"/>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1" name="Google Shape;1671;p5"/>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2" name="Google Shape;1672;p5"/>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3" name="Google Shape;1673;p5"/>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4" name="Google Shape;1674;p5"/>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5" name="Google Shape;1675;p5"/>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6" name="Google Shape;1676;p5"/>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7" name="Google Shape;1677;p5"/>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8" name="Google Shape;1678;p5"/>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79" name="Google Shape;1679;p5"/>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0" name="Google Shape;1680;p5"/>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1" name="Google Shape;1681;p5"/>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2" name="Google Shape;1682;p5"/>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3" name="Google Shape;1683;p5"/>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4" name="Google Shape;1684;p5"/>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5" name="Google Shape;1685;p5"/>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6" name="Google Shape;1686;p5"/>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687" name="Google Shape;1687;p5"/>
          <p:cNvGrpSpPr/>
          <p:nvPr/>
        </p:nvGrpSpPr>
        <p:grpSpPr>
          <a:xfrm rot="10800000">
            <a:off x="7682451" y="28707"/>
            <a:ext cx="994639" cy="4940182"/>
            <a:chOff x="5759350" y="388625"/>
            <a:chExt cx="1024450" cy="5088250"/>
          </a:xfrm>
        </p:grpSpPr>
        <p:sp>
          <p:nvSpPr>
            <p:cNvPr id="1688" name="Google Shape;1688;p5"/>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89" name="Google Shape;1689;p5"/>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0" name="Google Shape;1690;p5"/>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1" name="Google Shape;1691;p5"/>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2" name="Google Shape;1692;p5"/>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3" name="Google Shape;1693;p5"/>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4" name="Google Shape;1694;p5"/>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5" name="Google Shape;1695;p5"/>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6" name="Google Shape;1696;p5"/>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7" name="Google Shape;1697;p5"/>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8" name="Google Shape;1698;p5"/>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99" name="Google Shape;1699;p5"/>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0" name="Google Shape;1700;p5"/>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1" name="Google Shape;1701;p5"/>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2" name="Google Shape;1702;p5"/>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3" name="Google Shape;1703;p5"/>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4" name="Google Shape;1704;p5"/>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5" name="Google Shape;1705;p5"/>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6" name="Google Shape;1706;p5"/>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7" name="Google Shape;1707;p5"/>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8" name="Google Shape;1708;p5"/>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9" name="Google Shape;1709;p5"/>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0" name="Google Shape;1710;p5"/>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1" name="Google Shape;1711;p5"/>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2" name="Google Shape;1712;p5"/>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3" name="Google Shape;1713;p5"/>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4" name="Google Shape;1714;p5"/>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5" name="Google Shape;1715;p5"/>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6" name="Google Shape;1716;p5"/>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7" name="Google Shape;1717;p5"/>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8" name="Google Shape;1718;p5"/>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19" name="Google Shape;1719;p5"/>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0" name="Google Shape;1720;p5"/>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1" name="Google Shape;1721;p5"/>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2" name="Google Shape;1722;p5"/>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3" name="Google Shape;1723;p5"/>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4" name="Google Shape;1724;p5"/>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5" name="Google Shape;1725;p5"/>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6" name="Google Shape;1726;p5"/>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7" name="Google Shape;1727;p5"/>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8" name="Google Shape;1728;p5"/>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29" name="Google Shape;1729;p5"/>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0" name="Google Shape;1730;p5"/>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1" name="Google Shape;1731;p5"/>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2" name="Google Shape;1732;p5"/>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3" name="Google Shape;1733;p5"/>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4" name="Google Shape;1734;p5"/>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5" name="Google Shape;1735;p5"/>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6" name="Google Shape;1736;p5"/>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7" name="Google Shape;1737;p5"/>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8" name="Google Shape;1738;p5"/>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9" name="Google Shape;1739;p5"/>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0" name="Google Shape;1740;p5"/>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1" name="Google Shape;1741;p5"/>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2" name="Google Shape;1742;p5"/>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3" name="Google Shape;1743;p5"/>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4" name="Google Shape;1744;p5"/>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5" name="Google Shape;1745;p5"/>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6" name="Google Shape;1746;p5"/>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7" name="Google Shape;1747;p5"/>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8" name="Google Shape;1748;p5"/>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49" name="Google Shape;1749;p5"/>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0" name="Google Shape;1750;p5"/>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1" name="Google Shape;1751;p5"/>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2" name="Google Shape;1752;p5"/>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3" name="Google Shape;1753;p5"/>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4" name="Google Shape;1754;p5"/>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5" name="Google Shape;1755;p5"/>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6" name="Google Shape;1756;p5"/>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7" name="Google Shape;1757;p5"/>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8" name="Google Shape;1758;p5"/>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9" name="Google Shape;1759;p5"/>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0" name="Google Shape;1760;p5"/>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1" name="Google Shape;1761;p5"/>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2" name="Google Shape;1762;p5"/>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3" name="Google Shape;1763;p5"/>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4" name="Google Shape;1764;p5"/>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5" name="Google Shape;1765;p5"/>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6" name="Google Shape;1766;p5"/>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7" name="Google Shape;1767;p5"/>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8" name="Google Shape;1768;p5"/>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9" name="Google Shape;1769;p5"/>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0" name="Google Shape;1770;p5"/>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1" name="Google Shape;1771;p5"/>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2" name="Google Shape;1772;p5"/>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3" name="Google Shape;1773;p5"/>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4" name="Google Shape;1774;p5"/>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5" name="Google Shape;1775;p5"/>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6" name="Google Shape;1776;p5"/>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7" name="Google Shape;1777;p5"/>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8" name="Google Shape;1778;p5"/>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79" name="Google Shape;1779;p5"/>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0" name="Google Shape;1780;p5"/>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1" name="Google Shape;1781;p5"/>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2" name="Google Shape;1782;p5"/>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3" name="Google Shape;1783;p5"/>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4" name="Google Shape;1784;p5"/>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5" name="Google Shape;1785;p5"/>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6" name="Google Shape;1786;p5"/>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7" name="Google Shape;1787;p5"/>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88" name="Google Shape;1788;p5"/>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89" name="Google Shape;1789;p5"/>
          <p:cNvGrpSpPr/>
          <p:nvPr/>
        </p:nvGrpSpPr>
        <p:grpSpPr>
          <a:xfrm rot="10800000">
            <a:off x="7682451" y="28707"/>
            <a:ext cx="1140783" cy="5086302"/>
            <a:chOff x="5608825" y="238125"/>
            <a:chExt cx="1174975" cy="5238750"/>
          </a:xfrm>
        </p:grpSpPr>
        <p:sp>
          <p:nvSpPr>
            <p:cNvPr id="1790" name="Google Shape;1790;p5"/>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1" name="Google Shape;1791;p5"/>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2" name="Google Shape;1792;p5"/>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3" name="Google Shape;1793;p5"/>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4" name="Google Shape;1794;p5"/>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5" name="Google Shape;1795;p5"/>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6" name="Google Shape;1796;p5"/>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7" name="Google Shape;1797;p5"/>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8" name="Google Shape;1798;p5"/>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99" name="Google Shape;1799;p5"/>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0" name="Google Shape;1800;p5"/>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1" name="Google Shape;1801;p5"/>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2" name="Google Shape;1802;p5"/>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3" name="Google Shape;1803;p5"/>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4" name="Google Shape;1804;p5"/>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5" name="Google Shape;1805;p5"/>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6" name="Google Shape;1806;p5"/>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7" name="Google Shape;1807;p5"/>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8" name="Google Shape;1808;p5"/>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09" name="Google Shape;1809;p5"/>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0" name="Google Shape;1810;p5"/>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1" name="Google Shape;1811;p5"/>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2" name="Google Shape;1812;p5"/>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3" name="Google Shape;1813;p5"/>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4" name="Google Shape;1814;p5"/>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5" name="Google Shape;1815;p5"/>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6" name="Google Shape;1816;p5"/>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7" name="Google Shape;1817;p5"/>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8" name="Google Shape;1818;p5"/>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19" name="Google Shape;1819;p5"/>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0" name="Google Shape;1820;p5"/>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1" name="Google Shape;1821;p5"/>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2" name="Google Shape;1822;p5"/>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3" name="Google Shape;1823;p5"/>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4" name="Google Shape;1824;p5"/>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5" name="Google Shape;1825;p5"/>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6" name="Google Shape;1826;p5"/>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7" name="Google Shape;1827;p5"/>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8" name="Google Shape;1828;p5"/>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29" name="Google Shape;1829;p5"/>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0" name="Google Shape;1830;p5"/>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1" name="Google Shape;1831;p5"/>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2" name="Google Shape;1832;p5"/>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3" name="Google Shape;1833;p5"/>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4" name="Google Shape;1834;p5"/>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5" name="Google Shape;1835;p5"/>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6" name="Google Shape;1836;p5"/>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7" name="Google Shape;1837;p5"/>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8" name="Google Shape;1838;p5"/>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39" name="Google Shape;1839;p5"/>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840" name="Google Shape;1840;p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1841"/>
        <p:cNvGrpSpPr/>
        <p:nvPr/>
      </p:nvGrpSpPr>
      <p:grpSpPr>
        <a:xfrm>
          <a:off x="0" y="0"/>
          <a:ext cx="0" cy="0"/>
          <a:chOff x="0" y="0"/>
          <a:chExt cx="0" cy="0"/>
        </a:xfrm>
      </p:grpSpPr>
      <p:sp>
        <p:nvSpPr>
          <p:cNvPr id="1842" name="Google Shape;1842;p6"/>
          <p:cNvSpPr txBox="1">
            <a:spLocks noGrp="1"/>
          </p:cNvSpPr>
          <p:nvPr>
            <p:ph type="title"/>
          </p:nvPr>
        </p:nvSpPr>
        <p:spPr>
          <a:xfrm>
            <a:off x="718300" y="739375"/>
            <a:ext cx="6761100" cy="857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843" name="Google Shape;1843;p6"/>
          <p:cNvSpPr txBox="1">
            <a:spLocks noGrp="1"/>
          </p:cNvSpPr>
          <p:nvPr>
            <p:ph type="body" idx="1"/>
          </p:nvPr>
        </p:nvSpPr>
        <p:spPr>
          <a:xfrm>
            <a:off x="718300"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4" name="Google Shape;1844;p6"/>
          <p:cNvSpPr txBox="1">
            <a:spLocks noGrp="1"/>
          </p:cNvSpPr>
          <p:nvPr>
            <p:ph type="body" idx="2"/>
          </p:nvPr>
        </p:nvSpPr>
        <p:spPr>
          <a:xfrm>
            <a:off x="4156071" y="1762650"/>
            <a:ext cx="3242400" cy="30870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1845" name="Google Shape;1845;p6"/>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dirty="0"/>
          </a:p>
        </p:txBody>
      </p:sp>
      <p:grpSp>
        <p:nvGrpSpPr>
          <p:cNvPr id="1846" name="Google Shape;1846;p6"/>
          <p:cNvGrpSpPr/>
          <p:nvPr/>
        </p:nvGrpSpPr>
        <p:grpSpPr>
          <a:xfrm rot="10800000">
            <a:off x="8851487" y="28707"/>
            <a:ext cx="264012" cy="5086302"/>
            <a:chOff x="5307800" y="238125"/>
            <a:chExt cx="271925" cy="5238750"/>
          </a:xfrm>
        </p:grpSpPr>
        <p:sp>
          <p:nvSpPr>
            <p:cNvPr id="1847" name="Google Shape;1847;p6"/>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8" name="Google Shape;1848;p6"/>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49" name="Google Shape;1849;p6"/>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0" name="Google Shape;1850;p6"/>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1" name="Google Shape;1851;p6"/>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2" name="Google Shape;1852;p6"/>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3" name="Google Shape;1853;p6"/>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4" name="Google Shape;1854;p6"/>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5" name="Google Shape;1855;p6"/>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6" name="Google Shape;1856;p6"/>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7" name="Google Shape;1857;p6"/>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8" name="Google Shape;1858;p6"/>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9" name="Google Shape;1859;p6"/>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0" name="Google Shape;1860;p6"/>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1" name="Google Shape;1861;p6"/>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2" name="Google Shape;1862;p6"/>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3" name="Google Shape;1863;p6"/>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4" name="Google Shape;1864;p6"/>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5" name="Google Shape;1865;p6"/>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6" name="Google Shape;1866;p6"/>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7" name="Google Shape;1867;p6"/>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8" name="Google Shape;1868;p6"/>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69" name="Google Shape;1869;p6"/>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0" name="Google Shape;1870;p6"/>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1" name="Google Shape;1871;p6"/>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2" name="Google Shape;1872;p6"/>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3" name="Google Shape;1873;p6"/>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4" name="Google Shape;1874;p6"/>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5" name="Google Shape;1875;p6"/>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6" name="Google Shape;1876;p6"/>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7" name="Google Shape;1877;p6"/>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8" name="Google Shape;1878;p6"/>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79" name="Google Shape;1879;p6"/>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0" name="Google Shape;1880;p6"/>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1" name="Google Shape;1881;p6"/>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2" name="Google Shape;1882;p6"/>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3" name="Google Shape;1883;p6"/>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4" name="Google Shape;1884;p6"/>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5" name="Google Shape;1885;p6"/>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6" name="Google Shape;1886;p6"/>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7" name="Google Shape;1887;p6"/>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8" name="Google Shape;1888;p6"/>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89" name="Google Shape;1889;p6"/>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0" name="Google Shape;1890;p6"/>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1" name="Google Shape;1891;p6"/>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2" name="Google Shape;1892;p6"/>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3" name="Google Shape;1893;p6"/>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4" name="Google Shape;1894;p6"/>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5" name="Google Shape;1895;p6"/>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6" name="Google Shape;1896;p6"/>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7" name="Google Shape;1897;p6"/>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8" name="Google Shape;1898;p6"/>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99" name="Google Shape;1899;p6"/>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0" name="Google Shape;1900;p6"/>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1" name="Google Shape;1901;p6"/>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2" name="Google Shape;1902;p6"/>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3" name="Google Shape;1903;p6"/>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04" name="Google Shape;1904;p6"/>
          <p:cNvGrpSpPr/>
          <p:nvPr/>
        </p:nvGrpSpPr>
        <p:grpSpPr>
          <a:xfrm rot="10800000">
            <a:off x="7828571" y="28707"/>
            <a:ext cx="1140783" cy="5086302"/>
            <a:chOff x="5458325" y="238125"/>
            <a:chExt cx="1174975" cy="5238750"/>
          </a:xfrm>
        </p:grpSpPr>
        <p:sp>
          <p:nvSpPr>
            <p:cNvPr id="1905" name="Google Shape;1905;p6"/>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6" name="Google Shape;1906;p6"/>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7" name="Google Shape;1907;p6"/>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8" name="Google Shape;1908;p6"/>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9" name="Google Shape;1909;p6"/>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0" name="Google Shape;1910;p6"/>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1" name="Google Shape;1911;p6"/>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2" name="Google Shape;1912;p6"/>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3" name="Google Shape;1913;p6"/>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4" name="Google Shape;1914;p6"/>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5" name="Google Shape;1915;p6"/>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6" name="Google Shape;1916;p6"/>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7" name="Google Shape;1917;p6"/>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8" name="Google Shape;1918;p6"/>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9" name="Google Shape;1919;p6"/>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0" name="Google Shape;1920;p6"/>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1" name="Google Shape;1921;p6"/>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2" name="Google Shape;1922;p6"/>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3" name="Google Shape;1923;p6"/>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4" name="Google Shape;1924;p6"/>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5" name="Google Shape;1925;p6"/>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6" name="Google Shape;1926;p6"/>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7" name="Google Shape;1927;p6"/>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8" name="Google Shape;1928;p6"/>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29" name="Google Shape;1929;p6"/>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0" name="Google Shape;1930;p6"/>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1" name="Google Shape;1931;p6"/>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2" name="Google Shape;1932;p6"/>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3" name="Google Shape;1933;p6"/>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4" name="Google Shape;1934;p6"/>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5" name="Google Shape;1935;p6"/>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6" name="Google Shape;1936;p6"/>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7" name="Google Shape;1937;p6"/>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8" name="Google Shape;1938;p6"/>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39" name="Google Shape;1939;p6"/>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0" name="Google Shape;1940;p6"/>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1" name="Google Shape;1941;p6"/>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2" name="Google Shape;1942;p6"/>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3" name="Google Shape;1943;p6"/>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4" name="Google Shape;1944;p6"/>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5" name="Google Shape;1945;p6"/>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6" name="Google Shape;1946;p6"/>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7" name="Google Shape;1947;p6"/>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8" name="Google Shape;1948;p6"/>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49" name="Google Shape;1949;p6"/>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0" name="Google Shape;1950;p6"/>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1" name="Google Shape;1951;p6"/>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2" name="Google Shape;1952;p6"/>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3" name="Google Shape;1953;p6"/>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4" name="Google Shape;1954;p6"/>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5" name="Google Shape;1955;p6"/>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6" name="Google Shape;1956;p6"/>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7" name="Google Shape;1957;p6"/>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8" name="Google Shape;1958;p6"/>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59" name="Google Shape;1959;p6"/>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0" name="Google Shape;1960;p6"/>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1" name="Google Shape;1961;p6"/>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2" name="Google Shape;1962;p6"/>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3" name="Google Shape;1963;p6"/>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4" name="Google Shape;1964;p6"/>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5" name="Google Shape;1965;p6"/>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6" name="Google Shape;1966;p6"/>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967" name="Google Shape;1967;p6"/>
          <p:cNvGrpSpPr/>
          <p:nvPr/>
        </p:nvGrpSpPr>
        <p:grpSpPr>
          <a:xfrm rot="10800000">
            <a:off x="7682451" y="28707"/>
            <a:ext cx="994639" cy="4940182"/>
            <a:chOff x="5759350" y="388625"/>
            <a:chExt cx="1024450" cy="5088250"/>
          </a:xfrm>
        </p:grpSpPr>
        <p:sp>
          <p:nvSpPr>
            <p:cNvPr id="1968" name="Google Shape;1968;p6"/>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69" name="Google Shape;1969;p6"/>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0" name="Google Shape;1970;p6"/>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1" name="Google Shape;1971;p6"/>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2" name="Google Shape;1972;p6"/>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3" name="Google Shape;1973;p6"/>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4" name="Google Shape;1974;p6"/>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5" name="Google Shape;1975;p6"/>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6" name="Google Shape;1976;p6"/>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7" name="Google Shape;1977;p6"/>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8" name="Google Shape;1978;p6"/>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79" name="Google Shape;1979;p6"/>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0" name="Google Shape;1980;p6"/>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1" name="Google Shape;1981;p6"/>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2" name="Google Shape;1982;p6"/>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3" name="Google Shape;1983;p6"/>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4" name="Google Shape;1984;p6"/>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5" name="Google Shape;1985;p6"/>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6" name="Google Shape;1986;p6"/>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7" name="Google Shape;1987;p6"/>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8" name="Google Shape;1988;p6"/>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89" name="Google Shape;1989;p6"/>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0" name="Google Shape;1990;p6"/>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1" name="Google Shape;1991;p6"/>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2" name="Google Shape;1992;p6"/>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3" name="Google Shape;1993;p6"/>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4" name="Google Shape;1994;p6"/>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5" name="Google Shape;1995;p6"/>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6" name="Google Shape;1996;p6"/>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7" name="Google Shape;1997;p6"/>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8" name="Google Shape;1998;p6"/>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9" name="Google Shape;1999;p6"/>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0" name="Google Shape;2000;p6"/>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1" name="Google Shape;2001;p6"/>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2" name="Google Shape;2002;p6"/>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3" name="Google Shape;2003;p6"/>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4" name="Google Shape;2004;p6"/>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5" name="Google Shape;2005;p6"/>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6" name="Google Shape;2006;p6"/>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7" name="Google Shape;2007;p6"/>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8" name="Google Shape;2008;p6"/>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9" name="Google Shape;2009;p6"/>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0" name="Google Shape;2010;p6"/>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1" name="Google Shape;2011;p6"/>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2" name="Google Shape;2012;p6"/>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3" name="Google Shape;2013;p6"/>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4" name="Google Shape;2014;p6"/>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5" name="Google Shape;2015;p6"/>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6" name="Google Shape;2016;p6"/>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7" name="Google Shape;2017;p6"/>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8" name="Google Shape;2018;p6"/>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19" name="Google Shape;2019;p6"/>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0" name="Google Shape;2020;p6"/>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1" name="Google Shape;2021;p6"/>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2" name="Google Shape;2022;p6"/>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3" name="Google Shape;2023;p6"/>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4" name="Google Shape;2024;p6"/>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5" name="Google Shape;2025;p6"/>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6" name="Google Shape;2026;p6"/>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7" name="Google Shape;2027;p6"/>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8" name="Google Shape;2028;p6"/>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9" name="Google Shape;2029;p6"/>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0" name="Google Shape;2030;p6"/>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1" name="Google Shape;2031;p6"/>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2" name="Google Shape;2032;p6"/>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3" name="Google Shape;2033;p6"/>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4" name="Google Shape;2034;p6"/>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5" name="Google Shape;2035;p6"/>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6" name="Google Shape;2036;p6"/>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7" name="Google Shape;2037;p6"/>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8" name="Google Shape;2038;p6"/>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9" name="Google Shape;2039;p6"/>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0" name="Google Shape;2040;p6"/>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1" name="Google Shape;2041;p6"/>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2" name="Google Shape;2042;p6"/>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3" name="Google Shape;2043;p6"/>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4" name="Google Shape;2044;p6"/>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5" name="Google Shape;2045;p6"/>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6" name="Google Shape;2046;p6"/>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7" name="Google Shape;2047;p6"/>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8" name="Google Shape;2048;p6"/>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49" name="Google Shape;2049;p6"/>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0" name="Google Shape;2050;p6"/>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1" name="Google Shape;2051;p6"/>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2" name="Google Shape;2052;p6"/>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3" name="Google Shape;2053;p6"/>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4" name="Google Shape;2054;p6"/>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5" name="Google Shape;2055;p6"/>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6" name="Google Shape;2056;p6"/>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7" name="Google Shape;2057;p6"/>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8" name="Google Shape;2058;p6"/>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9" name="Google Shape;2059;p6"/>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0" name="Google Shape;2060;p6"/>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1" name="Google Shape;2061;p6"/>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2" name="Google Shape;2062;p6"/>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3" name="Google Shape;2063;p6"/>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4" name="Google Shape;2064;p6"/>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5" name="Google Shape;2065;p6"/>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6" name="Google Shape;2066;p6"/>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7" name="Google Shape;2067;p6"/>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68" name="Google Shape;2068;p6"/>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069" name="Google Shape;2069;p6"/>
          <p:cNvGrpSpPr/>
          <p:nvPr/>
        </p:nvGrpSpPr>
        <p:grpSpPr>
          <a:xfrm rot="10800000">
            <a:off x="7682451" y="28707"/>
            <a:ext cx="1140783" cy="5086302"/>
            <a:chOff x="5608825" y="238125"/>
            <a:chExt cx="1174975" cy="5238750"/>
          </a:xfrm>
        </p:grpSpPr>
        <p:sp>
          <p:nvSpPr>
            <p:cNvPr id="2070" name="Google Shape;2070;p6"/>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1" name="Google Shape;2071;p6"/>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2" name="Google Shape;2072;p6"/>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3" name="Google Shape;2073;p6"/>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4" name="Google Shape;2074;p6"/>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5" name="Google Shape;2075;p6"/>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6" name="Google Shape;2076;p6"/>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7" name="Google Shape;2077;p6"/>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8" name="Google Shape;2078;p6"/>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79" name="Google Shape;2079;p6"/>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0" name="Google Shape;2080;p6"/>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1" name="Google Shape;2081;p6"/>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2" name="Google Shape;2082;p6"/>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3" name="Google Shape;2083;p6"/>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4" name="Google Shape;2084;p6"/>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5" name="Google Shape;2085;p6"/>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6" name="Google Shape;2086;p6"/>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7" name="Google Shape;2087;p6"/>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8" name="Google Shape;2088;p6"/>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89" name="Google Shape;2089;p6"/>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0" name="Google Shape;2090;p6"/>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1" name="Google Shape;2091;p6"/>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2" name="Google Shape;2092;p6"/>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3" name="Google Shape;2093;p6"/>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4" name="Google Shape;2094;p6"/>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5" name="Google Shape;2095;p6"/>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6" name="Google Shape;2096;p6"/>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7" name="Google Shape;2097;p6"/>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8" name="Google Shape;2098;p6"/>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99" name="Google Shape;2099;p6"/>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0" name="Google Shape;2100;p6"/>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1" name="Google Shape;2101;p6"/>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2" name="Google Shape;2102;p6"/>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3" name="Google Shape;2103;p6"/>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4" name="Google Shape;2104;p6"/>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5" name="Google Shape;2105;p6"/>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6" name="Google Shape;2106;p6"/>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7" name="Google Shape;2107;p6"/>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8" name="Google Shape;2108;p6"/>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09" name="Google Shape;2109;p6"/>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0" name="Google Shape;2110;p6"/>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1" name="Google Shape;2111;p6"/>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2" name="Google Shape;2112;p6"/>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3" name="Google Shape;2113;p6"/>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4" name="Google Shape;2114;p6"/>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5" name="Google Shape;2115;p6"/>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6" name="Google Shape;2116;p6"/>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7" name="Google Shape;2117;p6"/>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8" name="Google Shape;2118;p6"/>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19" name="Google Shape;2119;p6"/>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54"/>
        <p:cNvGrpSpPr/>
        <p:nvPr/>
      </p:nvGrpSpPr>
      <p:grpSpPr>
        <a:xfrm>
          <a:off x="0" y="0"/>
          <a:ext cx="0" cy="0"/>
          <a:chOff x="0" y="0"/>
          <a:chExt cx="0" cy="0"/>
        </a:xfrm>
      </p:grpSpPr>
      <p:sp>
        <p:nvSpPr>
          <p:cNvPr id="2955" name="Google Shape;2955;p10"/>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dirty="0"/>
          </a:p>
        </p:txBody>
      </p:sp>
      <p:grpSp>
        <p:nvGrpSpPr>
          <p:cNvPr id="2956" name="Google Shape;2956;p10"/>
          <p:cNvGrpSpPr/>
          <p:nvPr/>
        </p:nvGrpSpPr>
        <p:grpSpPr>
          <a:xfrm rot="10800000">
            <a:off x="8851487" y="28707"/>
            <a:ext cx="264012" cy="5086302"/>
            <a:chOff x="5307800" y="238125"/>
            <a:chExt cx="271925" cy="5238750"/>
          </a:xfrm>
        </p:grpSpPr>
        <p:sp>
          <p:nvSpPr>
            <p:cNvPr id="2957" name="Google Shape;2957;p10"/>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8" name="Google Shape;2958;p10"/>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59" name="Google Shape;2959;p10"/>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0" name="Google Shape;2960;p10"/>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1" name="Google Shape;2961;p10"/>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2" name="Google Shape;2962;p10"/>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3" name="Google Shape;2963;p10"/>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4" name="Google Shape;2964;p10"/>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5" name="Google Shape;2965;p10"/>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6" name="Google Shape;2966;p10"/>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7" name="Google Shape;2967;p10"/>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8" name="Google Shape;2968;p10"/>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69" name="Google Shape;2969;p10"/>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0" name="Google Shape;2970;p10"/>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1" name="Google Shape;2971;p10"/>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2" name="Google Shape;2972;p10"/>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3" name="Google Shape;2973;p10"/>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4" name="Google Shape;2974;p10"/>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5" name="Google Shape;2975;p10"/>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6" name="Google Shape;2976;p10"/>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7" name="Google Shape;2977;p10"/>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8" name="Google Shape;2978;p10"/>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79" name="Google Shape;2979;p10"/>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0" name="Google Shape;2980;p10"/>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1" name="Google Shape;2981;p10"/>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2" name="Google Shape;2982;p10"/>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3" name="Google Shape;2983;p10"/>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4" name="Google Shape;2984;p10"/>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5" name="Google Shape;2985;p10"/>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6" name="Google Shape;2986;p10"/>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7" name="Google Shape;2987;p10"/>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8" name="Google Shape;2988;p10"/>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89" name="Google Shape;2989;p10"/>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0" name="Google Shape;2990;p10"/>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1" name="Google Shape;2991;p10"/>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2" name="Google Shape;2992;p10"/>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3" name="Google Shape;2993;p10"/>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4" name="Google Shape;2994;p10"/>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5" name="Google Shape;2995;p10"/>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6" name="Google Shape;2996;p10"/>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7" name="Google Shape;2997;p10"/>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8" name="Google Shape;2998;p10"/>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99" name="Google Shape;2999;p10"/>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0" name="Google Shape;3000;p10"/>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1" name="Google Shape;3001;p10"/>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2" name="Google Shape;3002;p10"/>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3" name="Google Shape;3003;p10"/>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4" name="Google Shape;3004;p10"/>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5" name="Google Shape;3005;p10"/>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6" name="Google Shape;3006;p10"/>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7" name="Google Shape;3007;p10"/>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8" name="Google Shape;3008;p10"/>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09" name="Google Shape;3009;p10"/>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0" name="Google Shape;3010;p10"/>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1" name="Google Shape;3011;p10"/>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2" name="Google Shape;3012;p10"/>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3" name="Google Shape;3013;p10"/>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014" name="Google Shape;3014;p10"/>
          <p:cNvGrpSpPr/>
          <p:nvPr/>
        </p:nvGrpSpPr>
        <p:grpSpPr>
          <a:xfrm rot="10800000">
            <a:off x="7828571" y="28707"/>
            <a:ext cx="1140783" cy="5086302"/>
            <a:chOff x="5458325" y="238125"/>
            <a:chExt cx="1174975" cy="5238750"/>
          </a:xfrm>
        </p:grpSpPr>
        <p:sp>
          <p:nvSpPr>
            <p:cNvPr id="3015" name="Google Shape;3015;p10"/>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6" name="Google Shape;3016;p10"/>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7" name="Google Shape;3017;p10"/>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8" name="Google Shape;3018;p10"/>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19" name="Google Shape;3019;p10"/>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0" name="Google Shape;3020;p10"/>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1" name="Google Shape;3021;p10"/>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2" name="Google Shape;3022;p10"/>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3" name="Google Shape;3023;p10"/>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4" name="Google Shape;3024;p10"/>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5" name="Google Shape;3025;p10"/>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6" name="Google Shape;3026;p10"/>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7" name="Google Shape;3027;p10"/>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8" name="Google Shape;3028;p10"/>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29" name="Google Shape;3029;p10"/>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0" name="Google Shape;3030;p10"/>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1" name="Google Shape;3031;p10"/>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2" name="Google Shape;3032;p10"/>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3" name="Google Shape;3033;p10"/>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4" name="Google Shape;3034;p10"/>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5" name="Google Shape;3035;p10"/>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6" name="Google Shape;3036;p10"/>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7" name="Google Shape;3037;p10"/>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8" name="Google Shape;3038;p10"/>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39" name="Google Shape;3039;p10"/>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0" name="Google Shape;3040;p10"/>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1" name="Google Shape;3041;p10"/>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2" name="Google Shape;3042;p10"/>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3" name="Google Shape;3043;p10"/>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4" name="Google Shape;3044;p10"/>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5" name="Google Shape;3045;p10"/>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6" name="Google Shape;3046;p10"/>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7" name="Google Shape;3047;p10"/>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8" name="Google Shape;3048;p10"/>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49" name="Google Shape;3049;p10"/>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0" name="Google Shape;3050;p10"/>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1" name="Google Shape;3051;p10"/>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2" name="Google Shape;3052;p10"/>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3" name="Google Shape;3053;p10"/>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4" name="Google Shape;3054;p10"/>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5" name="Google Shape;3055;p10"/>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6" name="Google Shape;3056;p10"/>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7" name="Google Shape;3057;p10"/>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8" name="Google Shape;3058;p10"/>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59" name="Google Shape;3059;p10"/>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0" name="Google Shape;3060;p10"/>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1" name="Google Shape;3061;p10"/>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2" name="Google Shape;3062;p10"/>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3" name="Google Shape;3063;p10"/>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4" name="Google Shape;3064;p10"/>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5" name="Google Shape;3065;p10"/>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6" name="Google Shape;3066;p10"/>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7" name="Google Shape;3067;p10"/>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8" name="Google Shape;3068;p10"/>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69" name="Google Shape;3069;p10"/>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0" name="Google Shape;3070;p10"/>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1" name="Google Shape;3071;p10"/>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2" name="Google Shape;3072;p10"/>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3" name="Google Shape;3073;p10"/>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4" name="Google Shape;3074;p10"/>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5" name="Google Shape;3075;p10"/>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6" name="Google Shape;3076;p10"/>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077" name="Google Shape;3077;p10"/>
          <p:cNvGrpSpPr/>
          <p:nvPr/>
        </p:nvGrpSpPr>
        <p:grpSpPr>
          <a:xfrm rot="10800000">
            <a:off x="7682451" y="28707"/>
            <a:ext cx="994639" cy="4940182"/>
            <a:chOff x="5759350" y="388625"/>
            <a:chExt cx="1024450" cy="5088250"/>
          </a:xfrm>
        </p:grpSpPr>
        <p:sp>
          <p:nvSpPr>
            <p:cNvPr id="3078" name="Google Shape;3078;p10"/>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79" name="Google Shape;3079;p10"/>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0" name="Google Shape;3080;p10"/>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1" name="Google Shape;3081;p10"/>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2" name="Google Shape;3082;p10"/>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3" name="Google Shape;3083;p10"/>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4" name="Google Shape;3084;p10"/>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5" name="Google Shape;3085;p10"/>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6" name="Google Shape;3086;p10"/>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7" name="Google Shape;3087;p10"/>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8" name="Google Shape;3088;p10"/>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89" name="Google Shape;3089;p10"/>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0" name="Google Shape;3090;p10"/>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1" name="Google Shape;3091;p10"/>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2" name="Google Shape;3092;p10"/>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3" name="Google Shape;3093;p10"/>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4" name="Google Shape;3094;p10"/>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5" name="Google Shape;3095;p10"/>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6" name="Google Shape;3096;p10"/>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7" name="Google Shape;3097;p10"/>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8" name="Google Shape;3098;p10"/>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99" name="Google Shape;3099;p10"/>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0" name="Google Shape;3100;p10"/>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1" name="Google Shape;3101;p10"/>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2" name="Google Shape;3102;p10"/>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3" name="Google Shape;3103;p10"/>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4" name="Google Shape;3104;p10"/>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5" name="Google Shape;3105;p10"/>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6" name="Google Shape;3106;p10"/>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7" name="Google Shape;3107;p10"/>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8" name="Google Shape;3108;p10"/>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09" name="Google Shape;3109;p10"/>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0" name="Google Shape;3110;p10"/>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1" name="Google Shape;3111;p10"/>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2" name="Google Shape;3112;p10"/>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3" name="Google Shape;3113;p10"/>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4" name="Google Shape;3114;p10"/>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5" name="Google Shape;3115;p10"/>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6" name="Google Shape;3116;p10"/>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7" name="Google Shape;3117;p10"/>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8" name="Google Shape;3118;p10"/>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19" name="Google Shape;3119;p10"/>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0" name="Google Shape;3120;p10"/>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1" name="Google Shape;3121;p10"/>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2" name="Google Shape;3122;p10"/>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3" name="Google Shape;3123;p10"/>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4" name="Google Shape;3124;p10"/>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5" name="Google Shape;3125;p10"/>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6" name="Google Shape;3126;p10"/>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7" name="Google Shape;3127;p10"/>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8" name="Google Shape;3128;p10"/>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29" name="Google Shape;3129;p10"/>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0" name="Google Shape;3130;p10"/>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1" name="Google Shape;3131;p10"/>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2" name="Google Shape;3132;p10"/>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3" name="Google Shape;3133;p10"/>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4" name="Google Shape;3134;p10"/>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5" name="Google Shape;3135;p10"/>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6" name="Google Shape;3136;p10"/>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7" name="Google Shape;3137;p10"/>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8" name="Google Shape;3138;p10"/>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39" name="Google Shape;3139;p10"/>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0" name="Google Shape;3140;p10"/>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1" name="Google Shape;3141;p10"/>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2" name="Google Shape;3142;p10"/>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3" name="Google Shape;3143;p10"/>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4" name="Google Shape;3144;p10"/>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5" name="Google Shape;3145;p10"/>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6" name="Google Shape;3146;p10"/>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7" name="Google Shape;3147;p10"/>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8" name="Google Shape;3148;p10"/>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49" name="Google Shape;3149;p10"/>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0" name="Google Shape;3150;p10"/>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1" name="Google Shape;3151;p10"/>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2" name="Google Shape;3152;p10"/>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3" name="Google Shape;3153;p10"/>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4" name="Google Shape;3154;p10"/>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5" name="Google Shape;3155;p10"/>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6" name="Google Shape;3156;p10"/>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7" name="Google Shape;3157;p10"/>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8" name="Google Shape;3158;p10"/>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59" name="Google Shape;3159;p10"/>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0" name="Google Shape;3160;p10"/>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1" name="Google Shape;3161;p10"/>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2" name="Google Shape;3162;p10"/>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3" name="Google Shape;3163;p10"/>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4" name="Google Shape;3164;p10"/>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5" name="Google Shape;3165;p10"/>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6" name="Google Shape;3166;p10"/>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7" name="Google Shape;3167;p10"/>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8" name="Google Shape;3168;p10"/>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69" name="Google Shape;3169;p10"/>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0" name="Google Shape;3170;p10"/>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1" name="Google Shape;3171;p10"/>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2" name="Google Shape;3172;p10"/>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3" name="Google Shape;3173;p10"/>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4" name="Google Shape;3174;p10"/>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5" name="Google Shape;3175;p10"/>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6" name="Google Shape;3176;p10"/>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7" name="Google Shape;3177;p10"/>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78" name="Google Shape;3178;p10"/>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179" name="Google Shape;3179;p10"/>
          <p:cNvGrpSpPr/>
          <p:nvPr/>
        </p:nvGrpSpPr>
        <p:grpSpPr>
          <a:xfrm rot="10800000">
            <a:off x="7682451" y="28707"/>
            <a:ext cx="1140783" cy="5086302"/>
            <a:chOff x="5608825" y="238125"/>
            <a:chExt cx="1174975" cy="5238750"/>
          </a:xfrm>
        </p:grpSpPr>
        <p:sp>
          <p:nvSpPr>
            <p:cNvPr id="3180" name="Google Shape;3180;p10"/>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1" name="Google Shape;3181;p10"/>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2" name="Google Shape;3182;p10"/>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3" name="Google Shape;3183;p10"/>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4" name="Google Shape;3184;p10"/>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5" name="Google Shape;3185;p10"/>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6" name="Google Shape;3186;p10"/>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7" name="Google Shape;3187;p10"/>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8" name="Google Shape;3188;p10"/>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89" name="Google Shape;3189;p10"/>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0" name="Google Shape;3190;p10"/>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1" name="Google Shape;3191;p10"/>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2" name="Google Shape;3192;p10"/>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3" name="Google Shape;3193;p10"/>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4" name="Google Shape;3194;p10"/>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5" name="Google Shape;3195;p10"/>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6" name="Google Shape;3196;p10"/>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7" name="Google Shape;3197;p10"/>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8" name="Google Shape;3198;p10"/>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99" name="Google Shape;3199;p10"/>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0" name="Google Shape;3200;p10"/>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1" name="Google Shape;3201;p10"/>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2" name="Google Shape;3202;p10"/>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3" name="Google Shape;3203;p10"/>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4" name="Google Shape;3204;p10"/>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5" name="Google Shape;3205;p10"/>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6" name="Google Shape;3206;p10"/>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7" name="Google Shape;3207;p10"/>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8" name="Google Shape;3208;p10"/>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09" name="Google Shape;3209;p10"/>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0" name="Google Shape;3210;p10"/>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1" name="Google Shape;3211;p10"/>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2" name="Google Shape;3212;p10"/>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3" name="Google Shape;3213;p10"/>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4" name="Google Shape;3214;p10"/>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5" name="Google Shape;3215;p10"/>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6" name="Google Shape;3216;p10"/>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7" name="Google Shape;3217;p10"/>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8" name="Google Shape;3218;p10"/>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19" name="Google Shape;3219;p10"/>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0" name="Google Shape;3220;p10"/>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1" name="Google Shape;3221;p10"/>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2" name="Google Shape;3222;p10"/>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3" name="Google Shape;3223;p10"/>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4" name="Google Shape;3224;p10"/>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5" name="Google Shape;3225;p10"/>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6" name="Google Shape;3226;p10"/>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7" name="Google Shape;3227;p10"/>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8" name="Google Shape;3228;p10"/>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29" name="Google Shape;3229;p10"/>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accent5"/>
        </a:solidFill>
        <a:effectLst/>
      </p:bgPr>
    </p:bg>
    <p:spTree>
      <p:nvGrpSpPr>
        <p:cNvPr id="1" name="Shape 3230"/>
        <p:cNvGrpSpPr/>
        <p:nvPr/>
      </p:nvGrpSpPr>
      <p:grpSpPr>
        <a:xfrm>
          <a:off x="0" y="0"/>
          <a:ext cx="0" cy="0"/>
          <a:chOff x="0" y="0"/>
          <a:chExt cx="0" cy="0"/>
        </a:xfrm>
      </p:grpSpPr>
      <p:grpSp>
        <p:nvGrpSpPr>
          <p:cNvPr id="3231" name="Google Shape;3231;p11"/>
          <p:cNvGrpSpPr/>
          <p:nvPr/>
        </p:nvGrpSpPr>
        <p:grpSpPr>
          <a:xfrm rot="10800000">
            <a:off x="8851487" y="28707"/>
            <a:ext cx="264012" cy="5086302"/>
            <a:chOff x="5307800" y="238125"/>
            <a:chExt cx="271925" cy="5238750"/>
          </a:xfrm>
        </p:grpSpPr>
        <p:sp>
          <p:nvSpPr>
            <p:cNvPr id="3232" name="Google Shape;3232;p11"/>
            <p:cNvSpPr/>
            <p:nvPr/>
          </p:nvSpPr>
          <p:spPr>
            <a:xfrm>
              <a:off x="5307800" y="2381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3" name="Google Shape;3233;p11"/>
            <p:cNvSpPr/>
            <p:nvPr/>
          </p:nvSpPr>
          <p:spPr>
            <a:xfrm>
              <a:off x="5307800"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4" name="Google Shape;3234;p11"/>
            <p:cNvSpPr/>
            <p:nvPr/>
          </p:nvSpPr>
          <p:spPr>
            <a:xfrm>
              <a:off x="5307800"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5" name="Google Shape;3235;p11"/>
            <p:cNvSpPr/>
            <p:nvPr/>
          </p:nvSpPr>
          <p:spPr>
            <a:xfrm>
              <a:off x="5307800" y="6896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6" name="Google Shape;3236;p11"/>
            <p:cNvSpPr/>
            <p:nvPr/>
          </p:nvSpPr>
          <p:spPr>
            <a:xfrm>
              <a:off x="5307800" y="8401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7" name="Google Shape;3237;p11"/>
            <p:cNvSpPr/>
            <p:nvPr/>
          </p:nvSpPr>
          <p:spPr>
            <a:xfrm>
              <a:off x="5307800"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8" name="Google Shape;3238;p11"/>
            <p:cNvSpPr/>
            <p:nvPr/>
          </p:nvSpPr>
          <p:spPr>
            <a:xfrm>
              <a:off x="5307800" y="11411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39" name="Google Shape;3239;p11"/>
            <p:cNvSpPr/>
            <p:nvPr/>
          </p:nvSpPr>
          <p:spPr>
            <a:xfrm>
              <a:off x="5307800"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0" name="Google Shape;3240;p11"/>
            <p:cNvSpPr/>
            <p:nvPr/>
          </p:nvSpPr>
          <p:spPr>
            <a:xfrm>
              <a:off x="5307800"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1" name="Google Shape;3241;p11"/>
            <p:cNvSpPr/>
            <p:nvPr/>
          </p:nvSpPr>
          <p:spPr>
            <a:xfrm>
              <a:off x="5307800"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2" name="Google Shape;3242;p11"/>
            <p:cNvSpPr/>
            <p:nvPr/>
          </p:nvSpPr>
          <p:spPr>
            <a:xfrm>
              <a:off x="5307800" y="17432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3" name="Google Shape;3243;p11"/>
            <p:cNvSpPr/>
            <p:nvPr/>
          </p:nvSpPr>
          <p:spPr>
            <a:xfrm>
              <a:off x="5307800" y="18937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4" name="Google Shape;3244;p11"/>
            <p:cNvSpPr/>
            <p:nvPr/>
          </p:nvSpPr>
          <p:spPr>
            <a:xfrm>
              <a:off x="5307800"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5" name="Google Shape;3245;p11"/>
            <p:cNvSpPr/>
            <p:nvPr/>
          </p:nvSpPr>
          <p:spPr>
            <a:xfrm>
              <a:off x="5307800" y="21947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6" name="Google Shape;3246;p11"/>
            <p:cNvSpPr/>
            <p:nvPr/>
          </p:nvSpPr>
          <p:spPr>
            <a:xfrm>
              <a:off x="5307800"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7" name="Google Shape;3247;p11"/>
            <p:cNvSpPr/>
            <p:nvPr/>
          </p:nvSpPr>
          <p:spPr>
            <a:xfrm>
              <a:off x="5307800" y="24957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8" name="Google Shape;3248;p11"/>
            <p:cNvSpPr/>
            <p:nvPr/>
          </p:nvSpPr>
          <p:spPr>
            <a:xfrm>
              <a:off x="5307800"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49" name="Google Shape;3249;p11"/>
            <p:cNvSpPr/>
            <p:nvPr/>
          </p:nvSpPr>
          <p:spPr>
            <a:xfrm>
              <a:off x="5307800"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0" name="Google Shape;3250;p11"/>
            <p:cNvSpPr/>
            <p:nvPr/>
          </p:nvSpPr>
          <p:spPr>
            <a:xfrm>
              <a:off x="5307800" y="29473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1" name="Google Shape;3251;p11"/>
            <p:cNvSpPr/>
            <p:nvPr/>
          </p:nvSpPr>
          <p:spPr>
            <a:xfrm>
              <a:off x="5307800"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2" name="Google Shape;3252;p11"/>
            <p:cNvSpPr/>
            <p:nvPr/>
          </p:nvSpPr>
          <p:spPr>
            <a:xfrm>
              <a:off x="5307800"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3" name="Google Shape;3253;p11"/>
            <p:cNvSpPr/>
            <p:nvPr/>
          </p:nvSpPr>
          <p:spPr>
            <a:xfrm>
              <a:off x="5307800" y="33988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4" name="Google Shape;3254;p11"/>
            <p:cNvSpPr/>
            <p:nvPr/>
          </p:nvSpPr>
          <p:spPr>
            <a:xfrm>
              <a:off x="5307800"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5" name="Google Shape;3255;p11"/>
            <p:cNvSpPr/>
            <p:nvPr/>
          </p:nvSpPr>
          <p:spPr>
            <a:xfrm>
              <a:off x="5307800"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6" name="Google Shape;3256;p11"/>
            <p:cNvSpPr/>
            <p:nvPr/>
          </p:nvSpPr>
          <p:spPr>
            <a:xfrm>
              <a:off x="5307800"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7" name="Google Shape;3257;p11"/>
            <p:cNvSpPr/>
            <p:nvPr/>
          </p:nvSpPr>
          <p:spPr>
            <a:xfrm>
              <a:off x="5307800" y="40008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8" name="Google Shape;3258;p11"/>
            <p:cNvSpPr/>
            <p:nvPr/>
          </p:nvSpPr>
          <p:spPr>
            <a:xfrm>
              <a:off x="5307800"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59" name="Google Shape;3259;p11"/>
            <p:cNvSpPr/>
            <p:nvPr/>
          </p:nvSpPr>
          <p:spPr>
            <a:xfrm>
              <a:off x="5307800"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0" name="Google Shape;3260;p11"/>
            <p:cNvSpPr/>
            <p:nvPr/>
          </p:nvSpPr>
          <p:spPr>
            <a:xfrm>
              <a:off x="5307800" y="44524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1" name="Google Shape;3261;p11"/>
            <p:cNvSpPr/>
            <p:nvPr/>
          </p:nvSpPr>
          <p:spPr>
            <a:xfrm>
              <a:off x="5307800" y="46029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2" name="Google Shape;3262;p11"/>
            <p:cNvSpPr/>
            <p:nvPr/>
          </p:nvSpPr>
          <p:spPr>
            <a:xfrm>
              <a:off x="5307800"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3" name="Google Shape;3263;p11"/>
            <p:cNvSpPr/>
            <p:nvPr/>
          </p:nvSpPr>
          <p:spPr>
            <a:xfrm>
              <a:off x="5307800" y="49039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4" name="Google Shape;3264;p11"/>
            <p:cNvSpPr/>
            <p:nvPr/>
          </p:nvSpPr>
          <p:spPr>
            <a:xfrm>
              <a:off x="5307800"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5" name="Google Shape;3265;p11"/>
            <p:cNvSpPr/>
            <p:nvPr/>
          </p:nvSpPr>
          <p:spPr>
            <a:xfrm>
              <a:off x="5307800"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6" name="Google Shape;3266;p11"/>
            <p:cNvSpPr/>
            <p:nvPr/>
          </p:nvSpPr>
          <p:spPr>
            <a:xfrm>
              <a:off x="5307800" y="535547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7" name="Google Shape;3267;p11"/>
            <p:cNvSpPr/>
            <p:nvPr/>
          </p:nvSpPr>
          <p:spPr>
            <a:xfrm>
              <a:off x="5458325" y="2381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8" name="Google Shape;3268;p11"/>
            <p:cNvSpPr/>
            <p:nvPr/>
          </p:nvSpPr>
          <p:spPr>
            <a:xfrm>
              <a:off x="5458325" y="53912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69" name="Google Shape;3269;p11"/>
            <p:cNvSpPr/>
            <p:nvPr/>
          </p:nvSpPr>
          <p:spPr>
            <a:xfrm>
              <a:off x="5458325"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0" name="Google Shape;3270;p11"/>
            <p:cNvSpPr/>
            <p:nvPr/>
          </p:nvSpPr>
          <p:spPr>
            <a:xfrm>
              <a:off x="5458325" y="11411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1" name="Google Shape;3271;p11"/>
            <p:cNvSpPr/>
            <p:nvPr/>
          </p:nvSpPr>
          <p:spPr>
            <a:xfrm>
              <a:off x="5458325" y="14422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2" name="Google Shape;3272;p11"/>
            <p:cNvSpPr/>
            <p:nvPr/>
          </p:nvSpPr>
          <p:spPr>
            <a:xfrm>
              <a:off x="5458325" y="15927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3" name="Google Shape;3273;p11"/>
            <p:cNvSpPr/>
            <p:nvPr/>
          </p:nvSpPr>
          <p:spPr>
            <a:xfrm>
              <a:off x="5458325" y="21947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4" name="Google Shape;3274;p11"/>
            <p:cNvSpPr/>
            <p:nvPr/>
          </p:nvSpPr>
          <p:spPr>
            <a:xfrm>
              <a:off x="5458325" y="23452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5" name="Google Shape;3275;p11"/>
            <p:cNvSpPr/>
            <p:nvPr/>
          </p:nvSpPr>
          <p:spPr>
            <a:xfrm>
              <a:off x="5458325" y="24957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6" name="Google Shape;3276;p11"/>
            <p:cNvSpPr/>
            <p:nvPr/>
          </p:nvSpPr>
          <p:spPr>
            <a:xfrm>
              <a:off x="5458325" y="26462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7" name="Google Shape;3277;p11"/>
            <p:cNvSpPr/>
            <p:nvPr/>
          </p:nvSpPr>
          <p:spPr>
            <a:xfrm>
              <a:off x="5458325" y="294730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8" name="Google Shape;3278;p11"/>
            <p:cNvSpPr/>
            <p:nvPr/>
          </p:nvSpPr>
          <p:spPr>
            <a:xfrm>
              <a:off x="5458325" y="32483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79" name="Google Shape;3279;p11"/>
            <p:cNvSpPr/>
            <p:nvPr/>
          </p:nvSpPr>
          <p:spPr>
            <a:xfrm>
              <a:off x="5458325" y="33988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0" name="Google Shape;3280;p11"/>
            <p:cNvSpPr/>
            <p:nvPr/>
          </p:nvSpPr>
          <p:spPr>
            <a:xfrm>
              <a:off x="5458325"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1" name="Google Shape;3281;p11"/>
            <p:cNvSpPr/>
            <p:nvPr/>
          </p:nvSpPr>
          <p:spPr>
            <a:xfrm>
              <a:off x="5458325" y="38503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2" name="Google Shape;3282;p11"/>
            <p:cNvSpPr/>
            <p:nvPr/>
          </p:nvSpPr>
          <p:spPr>
            <a:xfrm>
              <a:off x="5458325" y="4000875"/>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3" name="Google Shape;3283;p11"/>
            <p:cNvSpPr/>
            <p:nvPr/>
          </p:nvSpPr>
          <p:spPr>
            <a:xfrm>
              <a:off x="5458325" y="41514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4" name="Google Shape;3284;p11"/>
            <p:cNvSpPr/>
            <p:nvPr/>
          </p:nvSpPr>
          <p:spPr>
            <a:xfrm>
              <a:off x="5458325"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5" name="Google Shape;3285;p11"/>
            <p:cNvSpPr/>
            <p:nvPr/>
          </p:nvSpPr>
          <p:spPr>
            <a:xfrm>
              <a:off x="5458325" y="47534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6" name="Google Shape;3286;p11"/>
            <p:cNvSpPr/>
            <p:nvPr/>
          </p:nvSpPr>
          <p:spPr>
            <a:xfrm>
              <a:off x="5458325" y="5054450"/>
              <a:ext cx="121400" cy="121425"/>
            </a:xfrm>
            <a:custGeom>
              <a:avLst/>
              <a:gdLst/>
              <a:ahLst/>
              <a:cxnLst/>
              <a:rect l="l" t="t" r="r" b="b"/>
              <a:pathLst>
                <a:path w="4856" h="4857"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7" name="Google Shape;3287;p11"/>
            <p:cNvSpPr/>
            <p:nvPr/>
          </p:nvSpPr>
          <p:spPr>
            <a:xfrm>
              <a:off x="5458325"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88" name="Google Shape;3288;p11"/>
            <p:cNvSpPr/>
            <p:nvPr/>
          </p:nvSpPr>
          <p:spPr>
            <a:xfrm>
              <a:off x="5458325" y="535547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289" name="Google Shape;3289;p11"/>
          <p:cNvGrpSpPr/>
          <p:nvPr/>
        </p:nvGrpSpPr>
        <p:grpSpPr>
          <a:xfrm rot="10800000">
            <a:off x="7828571" y="28707"/>
            <a:ext cx="1140783" cy="5086302"/>
            <a:chOff x="5458325" y="238125"/>
            <a:chExt cx="1174975" cy="5238750"/>
          </a:xfrm>
        </p:grpSpPr>
        <p:sp>
          <p:nvSpPr>
            <p:cNvPr id="3290" name="Google Shape;3290;p11"/>
            <p:cNvSpPr/>
            <p:nvPr/>
          </p:nvSpPr>
          <p:spPr>
            <a:xfrm>
              <a:off x="5458325"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1" name="Google Shape;3291;p11"/>
            <p:cNvSpPr/>
            <p:nvPr/>
          </p:nvSpPr>
          <p:spPr>
            <a:xfrm>
              <a:off x="5458325" y="6896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2" name="Google Shape;3292;p11"/>
            <p:cNvSpPr/>
            <p:nvPr/>
          </p:nvSpPr>
          <p:spPr>
            <a:xfrm>
              <a:off x="5458325" y="8401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3" name="Google Shape;3293;p11"/>
            <p:cNvSpPr/>
            <p:nvPr/>
          </p:nvSpPr>
          <p:spPr>
            <a:xfrm>
              <a:off x="5458325"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4" name="Google Shape;3294;p11"/>
            <p:cNvSpPr/>
            <p:nvPr/>
          </p:nvSpPr>
          <p:spPr>
            <a:xfrm>
              <a:off x="5458325" y="17432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5" name="Google Shape;3295;p11"/>
            <p:cNvSpPr/>
            <p:nvPr/>
          </p:nvSpPr>
          <p:spPr>
            <a:xfrm>
              <a:off x="5458325" y="18937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6" name="Google Shape;3296;p11"/>
            <p:cNvSpPr/>
            <p:nvPr/>
          </p:nvSpPr>
          <p:spPr>
            <a:xfrm>
              <a:off x="5458325"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7" name="Google Shape;3297;p11"/>
            <p:cNvSpPr/>
            <p:nvPr/>
          </p:nvSpPr>
          <p:spPr>
            <a:xfrm>
              <a:off x="5458325"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8" name="Google Shape;3298;p11"/>
            <p:cNvSpPr/>
            <p:nvPr/>
          </p:nvSpPr>
          <p:spPr>
            <a:xfrm>
              <a:off x="5458325" y="30978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99" name="Google Shape;3299;p11"/>
            <p:cNvSpPr/>
            <p:nvPr/>
          </p:nvSpPr>
          <p:spPr>
            <a:xfrm>
              <a:off x="5458325" y="35493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0" name="Google Shape;3300;p11"/>
            <p:cNvSpPr/>
            <p:nvPr/>
          </p:nvSpPr>
          <p:spPr>
            <a:xfrm>
              <a:off x="5458325" y="430190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1" name="Google Shape;3301;p11"/>
            <p:cNvSpPr/>
            <p:nvPr/>
          </p:nvSpPr>
          <p:spPr>
            <a:xfrm>
              <a:off x="5458325"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2" name="Google Shape;3302;p11"/>
            <p:cNvSpPr/>
            <p:nvPr/>
          </p:nvSpPr>
          <p:spPr>
            <a:xfrm>
              <a:off x="5458325" y="4903950"/>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3" name="Google Shape;3303;p11"/>
            <p:cNvSpPr/>
            <p:nvPr/>
          </p:nvSpPr>
          <p:spPr>
            <a:xfrm>
              <a:off x="560882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4" name="Google Shape;3304;p11"/>
            <p:cNvSpPr/>
            <p:nvPr/>
          </p:nvSpPr>
          <p:spPr>
            <a:xfrm>
              <a:off x="560882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5" name="Google Shape;3305;p11"/>
            <p:cNvSpPr/>
            <p:nvPr/>
          </p:nvSpPr>
          <p:spPr>
            <a:xfrm>
              <a:off x="560882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6" name="Google Shape;3306;p11"/>
            <p:cNvSpPr/>
            <p:nvPr/>
          </p:nvSpPr>
          <p:spPr>
            <a:xfrm>
              <a:off x="5608825"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7" name="Google Shape;3307;p11"/>
            <p:cNvSpPr/>
            <p:nvPr/>
          </p:nvSpPr>
          <p:spPr>
            <a:xfrm>
              <a:off x="560882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8" name="Google Shape;3308;p11"/>
            <p:cNvSpPr/>
            <p:nvPr/>
          </p:nvSpPr>
          <p:spPr>
            <a:xfrm>
              <a:off x="560882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09" name="Google Shape;3309;p11"/>
            <p:cNvSpPr/>
            <p:nvPr/>
          </p:nvSpPr>
          <p:spPr>
            <a:xfrm>
              <a:off x="560882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0" name="Google Shape;3310;p11"/>
            <p:cNvSpPr/>
            <p:nvPr/>
          </p:nvSpPr>
          <p:spPr>
            <a:xfrm>
              <a:off x="5608825"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1" name="Google Shape;3311;p11"/>
            <p:cNvSpPr/>
            <p:nvPr/>
          </p:nvSpPr>
          <p:spPr>
            <a:xfrm>
              <a:off x="560882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2" name="Google Shape;3312;p11"/>
            <p:cNvSpPr/>
            <p:nvPr/>
          </p:nvSpPr>
          <p:spPr>
            <a:xfrm>
              <a:off x="5608825"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3" name="Google Shape;3313;p11"/>
            <p:cNvSpPr/>
            <p:nvPr/>
          </p:nvSpPr>
          <p:spPr>
            <a:xfrm>
              <a:off x="560882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4" name="Google Shape;3314;p11"/>
            <p:cNvSpPr/>
            <p:nvPr/>
          </p:nvSpPr>
          <p:spPr>
            <a:xfrm>
              <a:off x="560882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5" name="Google Shape;3315;p11"/>
            <p:cNvSpPr/>
            <p:nvPr/>
          </p:nvSpPr>
          <p:spPr>
            <a:xfrm>
              <a:off x="560882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6" name="Google Shape;3316;p11"/>
            <p:cNvSpPr/>
            <p:nvPr/>
          </p:nvSpPr>
          <p:spPr>
            <a:xfrm>
              <a:off x="560882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7" name="Google Shape;3317;p11"/>
            <p:cNvSpPr/>
            <p:nvPr/>
          </p:nvSpPr>
          <p:spPr>
            <a:xfrm>
              <a:off x="560882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8" name="Google Shape;3318;p11"/>
            <p:cNvSpPr/>
            <p:nvPr/>
          </p:nvSpPr>
          <p:spPr>
            <a:xfrm>
              <a:off x="5608825"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19" name="Google Shape;3319;p11"/>
            <p:cNvSpPr/>
            <p:nvPr/>
          </p:nvSpPr>
          <p:spPr>
            <a:xfrm>
              <a:off x="560882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0" name="Google Shape;3320;p11"/>
            <p:cNvSpPr/>
            <p:nvPr/>
          </p:nvSpPr>
          <p:spPr>
            <a:xfrm>
              <a:off x="560882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1" name="Google Shape;3321;p11"/>
            <p:cNvSpPr/>
            <p:nvPr/>
          </p:nvSpPr>
          <p:spPr>
            <a:xfrm>
              <a:off x="560882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2" name="Google Shape;3322;p11"/>
            <p:cNvSpPr/>
            <p:nvPr/>
          </p:nvSpPr>
          <p:spPr>
            <a:xfrm>
              <a:off x="560882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3" name="Google Shape;3323;p11"/>
            <p:cNvSpPr/>
            <p:nvPr/>
          </p:nvSpPr>
          <p:spPr>
            <a:xfrm>
              <a:off x="560882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4" name="Google Shape;3324;p11"/>
            <p:cNvSpPr/>
            <p:nvPr/>
          </p:nvSpPr>
          <p:spPr>
            <a:xfrm>
              <a:off x="5608825"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5" name="Google Shape;3325;p11"/>
            <p:cNvSpPr/>
            <p:nvPr/>
          </p:nvSpPr>
          <p:spPr>
            <a:xfrm>
              <a:off x="560882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6" name="Google Shape;3326;p11"/>
            <p:cNvSpPr/>
            <p:nvPr/>
          </p:nvSpPr>
          <p:spPr>
            <a:xfrm>
              <a:off x="560882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7" name="Google Shape;3327;p11"/>
            <p:cNvSpPr/>
            <p:nvPr/>
          </p:nvSpPr>
          <p:spPr>
            <a:xfrm>
              <a:off x="560882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8" name="Google Shape;3328;p11"/>
            <p:cNvSpPr/>
            <p:nvPr/>
          </p:nvSpPr>
          <p:spPr>
            <a:xfrm>
              <a:off x="560882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9" name="Google Shape;3329;p11"/>
            <p:cNvSpPr/>
            <p:nvPr/>
          </p:nvSpPr>
          <p:spPr>
            <a:xfrm>
              <a:off x="5608825"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0" name="Google Shape;3330;p11"/>
            <p:cNvSpPr/>
            <p:nvPr/>
          </p:nvSpPr>
          <p:spPr>
            <a:xfrm>
              <a:off x="560882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1" name="Google Shape;3331;p11"/>
            <p:cNvSpPr/>
            <p:nvPr/>
          </p:nvSpPr>
          <p:spPr>
            <a:xfrm>
              <a:off x="560882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2" name="Google Shape;3332;p11"/>
            <p:cNvSpPr/>
            <p:nvPr/>
          </p:nvSpPr>
          <p:spPr>
            <a:xfrm>
              <a:off x="560882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3" name="Google Shape;3333;p11"/>
            <p:cNvSpPr/>
            <p:nvPr/>
          </p:nvSpPr>
          <p:spPr>
            <a:xfrm>
              <a:off x="5608825"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4" name="Google Shape;3334;p11"/>
            <p:cNvSpPr/>
            <p:nvPr/>
          </p:nvSpPr>
          <p:spPr>
            <a:xfrm>
              <a:off x="5759350"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5" name="Google Shape;3335;p11"/>
            <p:cNvSpPr/>
            <p:nvPr/>
          </p:nvSpPr>
          <p:spPr>
            <a:xfrm>
              <a:off x="5759350"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6" name="Google Shape;3336;p11"/>
            <p:cNvSpPr/>
            <p:nvPr/>
          </p:nvSpPr>
          <p:spPr>
            <a:xfrm>
              <a:off x="5759350"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7" name="Google Shape;3337;p11"/>
            <p:cNvSpPr/>
            <p:nvPr/>
          </p:nvSpPr>
          <p:spPr>
            <a:xfrm>
              <a:off x="5759350"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8" name="Google Shape;3338;p11"/>
            <p:cNvSpPr/>
            <p:nvPr/>
          </p:nvSpPr>
          <p:spPr>
            <a:xfrm>
              <a:off x="5759350"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9" name="Google Shape;3339;p11"/>
            <p:cNvSpPr/>
            <p:nvPr/>
          </p:nvSpPr>
          <p:spPr>
            <a:xfrm>
              <a:off x="5759350"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0" name="Google Shape;3340;p11"/>
            <p:cNvSpPr/>
            <p:nvPr/>
          </p:nvSpPr>
          <p:spPr>
            <a:xfrm>
              <a:off x="5759350"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1" name="Google Shape;3341;p11"/>
            <p:cNvSpPr/>
            <p:nvPr/>
          </p:nvSpPr>
          <p:spPr>
            <a:xfrm>
              <a:off x="5759350"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2" name="Google Shape;3342;p11"/>
            <p:cNvSpPr/>
            <p:nvPr/>
          </p:nvSpPr>
          <p:spPr>
            <a:xfrm>
              <a:off x="5759350"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3" name="Google Shape;3343;p11"/>
            <p:cNvSpPr/>
            <p:nvPr/>
          </p:nvSpPr>
          <p:spPr>
            <a:xfrm>
              <a:off x="5759350"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4" name="Google Shape;3344;p11"/>
            <p:cNvSpPr/>
            <p:nvPr/>
          </p:nvSpPr>
          <p:spPr>
            <a:xfrm>
              <a:off x="5759350"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5" name="Google Shape;3345;p11"/>
            <p:cNvSpPr/>
            <p:nvPr/>
          </p:nvSpPr>
          <p:spPr>
            <a:xfrm>
              <a:off x="590985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6" name="Google Shape;3346;p11"/>
            <p:cNvSpPr/>
            <p:nvPr/>
          </p:nvSpPr>
          <p:spPr>
            <a:xfrm>
              <a:off x="5909850"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7" name="Google Shape;3347;p11"/>
            <p:cNvSpPr/>
            <p:nvPr/>
          </p:nvSpPr>
          <p:spPr>
            <a:xfrm>
              <a:off x="5909850"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8" name="Google Shape;3348;p11"/>
            <p:cNvSpPr/>
            <p:nvPr/>
          </p:nvSpPr>
          <p:spPr>
            <a:xfrm>
              <a:off x="6060375"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49" name="Google Shape;3349;p11"/>
            <p:cNvSpPr/>
            <p:nvPr/>
          </p:nvSpPr>
          <p:spPr>
            <a:xfrm>
              <a:off x="6210875"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0" name="Google Shape;3350;p11"/>
            <p:cNvSpPr/>
            <p:nvPr/>
          </p:nvSpPr>
          <p:spPr>
            <a:xfrm>
              <a:off x="6210875"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1" name="Google Shape;3351;p11"/>
            <p:cNvSpPr/>
            <p:nvPr/>
          </p:nvSpPr>
          <p:spPr>
            <a:xfrm>
              <a:off x="6511900" y="9906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352" name="Google Shape;3352;p11"/>
          <p:cNvGrpSpPr/>
          <p:nvPr/>
        </p:nvGrpSpPr>
        <p:grpSpPr>
          <a:xfrm rot="10800000">
            <a:off x="7682451" y="28707"/>
            <a:ext cx="994639" cy="4940182"/>
            <a:chOff x="5759350" y="388625"/>
            <a:chExt cx="1024450" cy="5088250"/>
          </a:xfrm>
        </p:grpSpPr>
        <p:sp>
          <p:nvSpPr>
            <p:cNvPr id="3353" name="Google Shape;3353;p11"/>
            <p:cNvSpPr/>
            <p:nvPr/>
          </p:nvSpPr>
          <p:spPr>
            <a:xfrm>
              <a:off x="5759350"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4" name="Google Shape;3354;p11"/>
            <p:cNvSpPr/>
            <p:nvPr/>
          </p:nvSpPr>
          <p:spPr>
            <a:xfrm>
              <a:off x="5759350"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5" name="Google Shape;3355;p11"/>
            <p:cNvSpPr/>
            <p:nvPr/>
          </p:nvSpPr>
          <p:spPr>
            <a:xfrm>
              <a:off x="5759350"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6" name="Google Shape;3356;p11"/>
            <p:cNvSpPr/>
            <p:nvPr/>
          </p:nvSpPr>
          <p:spPr>
            <a:xfrm>
              <a:off x="5759350"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7" name="Google Shape;3357;p11"/>
            <p:cNvSpPr/>
            <p:nvPr/>
          </p:nvSpPr>
          <p:spPr>
            <a:xfrm>
              <a:off x="5759350"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8" name="Google Shape;3358;p11"/>
            <p:cNvSpPr/>
            <p:nvPr/>
          </p:nvSpPr>
          <p:spPr>
            <a:xfrm>
              <a:off x="5759350"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59" name="Google Shape;3359;p11"/>
            <p:cNvSpPr/>
            <p:nvPr/>
          </p:nvSpPr>
          <p:spPr>
            <a:xfrm>
              <a:off x="5759350"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0" name="Google Shape;3360;p11"/>
            <p:cNvSpPr/>
            <p:nvPr/>
          </p:nvSpPr>
          <p:spPr>
            <a:xfrm>
              <a:off x="5909850"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1" name="Google Shape;3361;p11"/>
            <p:cNvSpPr/>
            <p:nvPr/>
          </p:nvSpPr>
          <p:spPr>
            <a:xfrm>
              <a:off x="5909850"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2" name="Google Shape;3362;p11"/>
            <p:cNvSpPr/>
            <p:nvPr/>
          </p:nvSpPr>
          <p:spPr>
            <a:xfrm>
              <a:off x="5909850"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3" name="Google Shape;3363;p11"/>
            <p:cNvSpPr/>
            <p:nvPr/>
          </p:nvSpPr>
          <p:spPr>
            <a:xfrm>
              <a:off x="5909850" y="14422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4" name="Google Shape;3364;p11"/>
            <p:cNvSpPr/>
            <p:nvPr/>
          </p:nvSpPr>
          <p:spPr>
            <a:xfrm>
              <a:off x="5909850" y="17432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5" name="Google Shape;3365;p11"/>
            <p:cNvSpPr/>
            <p:nvPr/>
          </p:nvSpPr>
          <p:spPr>
            <a:xfrm>
              <a:off x="5909850"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6" name="Google Shape;3366;p11"/>
            <p:cNvSpPr/>
            <p:nvPr/>
          </p:nvSpPr>
          <p:spPr>
            <a:xfrm>
              <a:off x="590985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7" name="Google Shape;3367;p11"/>
            <p:cNvSpPr/>
            <p:nvPr/>
          </p:nvSpPr>
          <p:spPr>
            <a:xfrm>
              <a:off x="5909850" y="29473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8" name="Google Shape;3368;p11"/>
            <p:cNvSpPr/>
            <p:nvPr/>
          </p:nvSpPr>
          <p:spPr>
            <a:xfrm>
              <a:off x="5909850"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69" name="Google Shape;3369;p11"/>
            <p:cNvSpPr/>
            <p:nvPr/>
          </p:nvSpPr>
          <p:spPr>
            <a:xfrm>
              <a:off x="5909850"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0" name="Google Shape;3370;p11"/>
            <p:cNvSpPr/>
            <p:nvPr/>
          </p:nvSpPr>
          <p:spPr>
            <a:xfrm>
              <a:off x="5909850"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1" name="Google Shape;3371;p11"/>
            <p:cNvSpPr/>
            <p:nvPr/>
          </p:nvSpPr>
          <p:spPr>
            <a:xfrm>
              <a:off x="5909850"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2" name="Google Shape;3372;p11"/>
            <p:cNvSpPr/>
            <p:nvPr/>
          </p:nvSpPr>
          <p:spPr>
            <a:xfrm>
              <a:off x="5909850" y="38503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3" name="Google Shape;3373;p11"/>
            <p:cNvSpPr/>
            <p:nvPr/>
          </p:nvSpPr>
          <p:spPr>
            <a:xfrm>
              <a:off x="5909850"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4" name="Google Shape;3374;p11"/>
            <p:cNvSpPr/>
            <p:nvPr/>
          </p:nvSpPr>
          <p:spPr>
            <a:xfrm>
              <a:off x="5909850"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5" name="Google Shape;3375;p11"/>
            <p:cNvSpPr/>
            <p:nvPr/>
          </p:nvSpPr>
          <p:spPr>
            <a:xfrm>
              <a:off x="5909850"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6" name="Google Shape;3376;p11"/>
            <p:cNvSpPr/>
            <p:nvPr/>
          </p:nvSpPr>
          <p:spPr>
            <a:xfrm>
              <a:off x="590985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7" name="Google Shape;3377;p11"/>
            <p:cNvSpPr/>
            <p:nvPr/>
          </p:nvSpPr>
          <p:spPr>
            <a:xfrm>
              <a:off x="5909850"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8" name="Google Shape;3378;p11"/>
            <p:cNvSpPr/>
            <p:nvPr/>
          </p:nvSpPr>
          <p:spPr>
            <a:xfrm>
              <a:off x="5909850" y="520497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79" name="Google Shape;3379;p11"/>
            <p:cNvSpPr/>
            <p:nvPr/>
          </p:nvSpPr>
          <p:spPr>
            <a:xfrm>
              <a:off x="6060375" y="53912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0" name="Google Shape;3380;p11"/>
            <p:cNvSpPr/>
            <p:nvPr/>
          </p:nvSpPr>
          <p:spPr>
            <a:xfrm>
              <a:off x="6060375"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1" name="Google Shape;3381;p11"/>
            <p:cNvSpPr/>
            <p:nvPr/>
          </p:nvSpPr>
          <p:spPr>
            <a:xfrm>
              <a:off x="6060375"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2" name="Google Shape;3382;p11"/>
            <p:cNvSpPr/>
            <p:nvPr/>
          </p:nvSpPr>
          <p:spPr>
            <a:xfrm>
              <a:off x="6060375" y="129170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3" name="Google Shape;3383;p11"/>
            <p:cNvSpPr/>
            <p:nvPr/>
          </p:nvSpPr>
          <p:spPr>
            <a:xfrm>
              <a:off x="6060375" y="14422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4" name="Google Shape;3384;p11"/>
            <p:cNvSpPr/>
            <p:nvPr/>
          </p:nvSpPr>
          <p:spPr>
            <a:xfrm>
              <a:off x="6060375"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5" name="Google Shape;3385;p11"/>
            <p:cNvSpPr/>
            <p:nvPr/>
          </p:nvSpPr>
          <p:spPr>
            <a:xfrm>
              <a:off x="6060375"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6" name="Google Shape;3386;p11"/>
            <p:cNvSpPr/>
            <p:nvPr/>
          </p:nvSpPr>
          <p:spPr>
            <a:xfrm>
              <a:off x="6060375"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7" name="Google Shape;3387;p11"/>
            <p:cNvSpPr/>
            <p:nvPr/>
          </p:nvSpPr>
          <p:spPr>
            <a:xfrm>
              <a:off x="6060375"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8" name="Google Shape;3388;p11"/>
            <p:cNvSpPr/>
            <p:nvPr/>
          </p:nvSpPr>
          <p:spPr>
            <a:xfrm>
              <a:off x="6060375" y="24957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9" name="Google Shape;3389;p11"/>
            <p:cNvSpPr/>
            <p:nvPr/>
          </p:nvSpPr>
          <p:spPr>
            <a:xfrm>
              <a:off x="6060375" y="26462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0" name="Google Shape;3390;p11"/>
            <p:cNvSpPr/>
            <p:nvPr/>
          </p:nvSpPr>
          <p:spPr>
            <a:xfrm>
              <a:off x="6060375" y="27968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1" name="Google Shape;3391;p11"/>
            <p:cNvSpPr/>
            <p:nvPr/>
          </p:nvSpPr>
          <p:spPr>
            <a:xfrm>
              <a:off x="6060375"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2" name="Google Shape;3392;p11"/>
            <p:cNvSpPr/>
            <p:nvPr/>
          </p:nvSpPr>
          <p:spPr>
            <a:xfrm>
              <a:off x="6060375"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3" name="Google Shape;3393;p11"/>
            <p:cNvSpPr/>
            <p:nvPr/>
          </p:nvSpPr>
          <p:spPr>
            <a:xfrm>
              <a:off x="6060375"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4" name="Google Shape;3394;p11"/>
            <p:cNvSpPr/>
            <p:nvPr/>
          </p:nvSpPr>
          <p:spPr>
            <a:xfrm>
              <a:off x="6060375" y="33988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5" name="Google Shape;3395;p11"/>
            <p:cNvSpPr/>
            <p:nvPr/>
          </p:nvSpPr>
          <p:spPr>
            <a:xfrm>
              <a:off x="6060375" y="35493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6" name="Google Shape;3396;p11"/>
            <p:cNvSpPr/>
            <p:nvPr/>
          </p:nvSpPr>
          <p:spPr>
            <a:xfrm>
              <a:off x="6060375"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7" name="Google Shape;3397;p11"/>
            <p:cNvSpPr/>
            <p:nvPr/>
          </p:nvSpPr>
          <p:spPr>
            <a:xfrm>
              <a:off x="6060375" y="4151400"/>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8" name="Google Shape;3398;p11"/>
            <p:cNvSpPr/>
            <p:nvPr/>
          </p:nvSpPr>
          <p:spPr>
            <a:xfrm>
              <a:off x="6060375" y="430190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99" name="Google Shape;3399;p11"/>
            <p:cNvSpPr/>
            <p:nvPr/>
          </p:nvSpPr>
          <p:spPr>
            <a:xfrm>
              <a:off x="6060375"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0" name="Google Shape;3400;p11"/>
            <p:cNvSpPr/>
            <p:nvPr/>
          </p:nvSpPr>
          <p:spPr>
            <a:xfrm>
              <a:off x="6060375"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1" name="Google Shape;3401;p11"/>
            <p:cNvSpPr/>
            <p:nvPr/>
          </p:nvSpPr>
          <p:spPr>
            <a:xfrm>
              <a:off x="6060375" y="49039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2" name="Google Shape;3402;p11"/>
            <p:cNvSpPr/>
            <p:nvPr/>
          </p:nvSpPr>
          <p:spPr>
            <a:xfrm>
              <a:off x="6060375"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3" name="Google Shape;3403;p11"/>
            <p:cNvSpPr/>
            <p:nvPr/>
          </p:nvSpPr>
          <p:spPr>
            <a:xfrm>
              <a:off x="6060375" y="52049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4" name="Google Shape;3404;p11"/>
            <p:cNvSpPr/>
            <p:nvPr/>
          </p:nvSpPr>
          <p:spPr>
            <a:xfrm>
              <a:off x="6060375" y="53554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5" name="Google Shape;3405;p11"/>
            <p:cNvSpPr/>
            <p:nvPr/>
          </p:nvSpPr>
          <p:spPr>
            <a:xfrm>
              <a:off x="6210875"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6" name="Google Shape;3406;p11"/>
            <p:cNvSpPr/>
            <p:nvPr/>
          </p:nvSpPr>
          <p:spPr>
            <a:xfrm>
              <a:off x="6210875"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7" name="Google Shape;3407;p11"/>
            <p:cNvSpPr/>
            <p:nvPr/>
          </p:nvSpPr>
          <p:spPr>
            <a:xfrm>
              <a:off x="6210875" y="11411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8" name="Google Shape;3408;p11"/>
            <p:cNvSpPr/>
            <p:nvPr/>
          </p:nvSpPr>
          <p:spPr>
            <a:xfrm>
              <a:off x="6210875" y="129170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09" name="Google Shape;3409;p11"/>
            <p:cNvSpPr/>
            <p:nvPr/>
          </p:nvSpPr>
          <p:spPr>
            <a:xfrm>
              <a:off x="6210875"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0" name="Google Shape;3410;p11"/>
            <p:cNvSpPr/>
            <p:nvPr/>
          </p:nvSpPr>
          <p:spPr>
            <a:xfrm>
              <a:off x="6210875" y="18937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1" name="Google Shape;3411;p11"/>
            <p:cNvSpPr/>
            <p:nvPr/>
          </p:nvSpPr>
          <p:spPr>
            <a:xfrm>
              <a:off x="6210875" y="20442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2" name="Google Shape;3412;p11"/>
            <p:cNvSpPr/>
            <p:nvPr/>
          </p:nvSpPr>
          <p:spPr>
            <a:xfrm>
              <a:off x="6210875"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3" name="Google Shape;3413;p11"/>
            <p:cNvSpPr/>
            <p:nvPr/>
          </p:nvSpPr>
          <p:spPr>
            <a:xfrm>
              <a:off x="6210875"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4" name="Google Shape;3414;p11"/>
            <p:cNvSpPr/>
            <p:nvPr/>
          </p:nvSpPr>
          <p:spPr>
            <a:xfrm>
              <a:off x="621087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5" name="Google Shape;3415;p11"/>
            <p:cNvSpPr/>
            <p:nvPr/>
          </p:nvSpPr>
          <p:spPr>
            <a:xfrm>
              <a:off x="6210875" y="30978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6" name="Google Shape;3416;p11"/>
            <p:cNvSpPr/>
            <p:nvPr/>
          </p:nvSpPr>
          <p:spPr>
            <a:xfrm>
              <a:off x="6210875"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7" name="Google Shape;3417;p11"/>
            <p:cNvSpPr/>
            <p:nvPr/>
          </p:nvSpPr>
          <p:spPr>
            <a:xfrm>
              <a:off x="6210875" y="35493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8" name="Google Shape;3418;p11"/>
            <p:cNvSpPr/>
            <p:nvPr/>
          </p:nvSpPr>
          <p:spPr>
            <a:xfrm>
              <a:off x="6210875" y="40008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19" name="Google Shape;3419;p11"/>
            <p:cNvSpPr/>
            <p:nvPr/>
          </p:nvSpPr>
          <p:spPr>
            <a:xfrm>
              <a:off x="621087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0" name="Google Shape;3420;p11"/>
            <p:cNvSpPr/>
            <p:nvPr/>
          </p:nvSpPr>
          <p:spPr>
            <a:xfrm>
              <a:off x="6210875" y="430190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1" name="Google Shape;3421;p11"/>
            <p:cNvSpPr/>
            <p:nvPr/>
          </p:nvSpPr>
          <p:spPr>
            <a:xfrm>
              <a:off x="6210875" y="44524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2" name="Google Shape;3422;p11"/>
            <p:cNvSpPr/>
            <p:nvPr/>
          </p:nvSpPr>
          <p:spPr>
            <a:xfrm>
              <a:off x="6210875"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3" name="Google Shape;3423;p11"/>
            <p:cNvSpPr/>
            <p:nvPr/>
          </p:nvSpPr>
          <p:spPr>
            <a:xfrm>
              <a:off x="6210875"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4" name="Google Shape;3424;p11"/>
            <p:cNvSpPr/>
            <p:nvPr/>
          </p:nvSpPr>
          <p:spPr>
            <a:xfrm>
              <a:off x="6210875" y="505445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5" name="Google Shape;3425;p11"/>
            <p:cNvSpPr/>
            <p:nvPr/>
          </p:nvSpPr>
          <p:spPr>
            <a:xfrm>
              <a:off x="6361375" y="38862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6" name="Google Shape;3426;p11"/>
            <p:cNvSpPr/>
            <p:nvPr/>
          </p:nvSpPr>
          <p:spPr>
            <a:xfrm>
              <a:off x="6361375" y="53912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7" name="Google Shape;3427;p11"/>
            <p:cNvSpPr/>
            <p:nvPr/>
          </p:nvSpPr>
          <p:spPr>
            <a:xfrm>
              <a:off x="6361375" y="9906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8" name="Google Shape;3428;p11"/>
            <p:cNvSpPr/>
            <p:nvPr/>
          </p:nvSpPr>
          <p:spPr>
            <a:xfrm>
              <a:off x="6361375" y="129170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29" name="Google Shape;3429;p11"/>
            <p:cNvSpPr/>
            <p:nvPr/>
          </p:nvSpPr>
          <p:spPr>
            <a:xfrm>
              <a:off x="6361375" y="159270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0" name="Google Shape;3430;p11"/>
            <p:cNvSpPr/>
            <p:nvPr/>
          </p:nvSpPr>
          <p:spPr>
            <a:xfrm>
              <a:off x="6361375" y="20442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1" name="Google Shape;3431;p11"/>
            <p:cNvSpPr/>
            <p:nvPr/>
          </p:nvSpPr>
          <p:spPr>
            <a:xfrm>
              <a:off x="6361375" y="23452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2" name="Google Shape;3432;p11"/>
            <p:cNvSpPr/>
            <p:nvPr/>
          </p:nvSpPr>
          <p:spPr>
            <a:xfrm>
              <a:off x="6361375" y="27968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3" name="Google Shape;3433;p11"/>
            <p:cNvSpPr/>
            <p:nvPr/>
          </p:nvSpPr>
          <p:spPr>
            <a:xfrm>
              <a:off x="6361375" y="309782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4" name="Google Shape;3434;p11"/>
            <p:cNvSpPr/>
            <p:nvPr/>
          </p:nvSpPr>
          <p:spPr>
            <a:xfrm>
              <a:off x="6361375" y="3248325"/>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5" name="Google Shape;3435;p11"/>
            <p:cNvSpPr/>
            <p:nvPr/>
          </p:nvSpPr>
          <p:spPr>
            <a:xfrm>
              <a:off x="6361375" y="354935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6" name="Google Shape;3436;p11"/>
            <p:cNvSpPr/>
            <p:nvPr/>
          </p:nvSpPr>
          <p:spPr>
            <a:xfrm>
              <a:off x="6361375" y="3699875"/>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7" name="Google Shape;3437;p11"/>
            <p:cNvSpPr/>
            <p:nvPr/>
          </p:nvSpPr>
          <p:spPr>
            <a:xfrm>
              <a:off x="6361375" y="38503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8" name="Google Shape;3438;p11"/>
            <p:cNvSpPr/>
            <p:nvPr/>
          </p:nvSpPr>
          <p:spPr>
            <a:xfrm>
              <a:off x="6361375" y="41514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39" name="Google Shape;3439;p11"/>
            <p:cNvSpPr/>
            <p:nvPr/>
          </p:nvSpPr>
          <p:spPr>
            <a:xfrm>
              <a:off x="6361375" y="4301900"/>
              <a:ext cx="121425" cy="121400"/>
            </a:xfrm>
            <a:custGeom>
              <a:avLst/>
              <a:gdLst/>
              <a:ahLst/>
              <a:cxnLst/>
              <a:rect l="l" t="t" r="r" b="b"/>
              <a:pathLst>
                <a:path w="4857" h="4856"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0" name="Google Shape;3440;p11"/>
            <p:cNvSpPr/>
            <p:nvPr/>
          </p:nvSpPr>
          <p:spPr>
            <a:xfrm>
              <a:off x="6361375" y="4753450"/>
              <a:ext cx="121425" cy="121400"/>
            </a:xfrm>
            <a:custGeom>
              <a:avLst/>
              <a:gdLst/>
              <a:ahLst/>
              <a:cxnLst/>
              <a:rect l="l" t="t" r="r" b="b"/>
              <a:pathLst>
                <a:path w="4857"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1" name="Google Shape;3441;p11"/>
            <p:cNvSpPr/>
            <p:nvPr/>
          </p:nvSpPr>
          <p:spPr>
            <a:xfrm>
              <a:off x="6361375" y="5054450"/>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2" name="Google Shape;3442;p11"/>
            <p:cNvSpPr/>
            <p:nvPr/>
          </p:nvSpPr>
          <p:spPr>
            <a:xfrm>
              <a:off x="6361375" y="5204975"/>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3" name="Google Shape;3443;p11"/>
            <p:cNvSpPr/>
            <p:nvPr/>
          </p:nvSpPr>
          <p:spPr>
            <a:xfrm>
              <a:off x="6511900" y="38862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4" name="Google Shape;3444;p11"/>
            <p:cNvSpPr/>
            <p:nvPr/>
          </p:nvSpPr>
          <p:spPr>
            <a:xfrm>
              <a:off x="6511900" y="129170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5" name="Google Shape;3445;p11"/>
            <p:cNvSpPr/>
            <p:nvPr/>
          </p:nvSpPr>
          <p:spPr>
            <a:xfrm>
              <a:off x="6511900" y="2044250"/>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6" name="Google Shape;3446;p11"/>
            <p:cNvSpPr/>
            <p:nvPr/>
          </p:nvSpPr>
          <p:spPr>
            <a:xfrm>
              <a:off x="6511900" y="2796800"/>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7" name="Google Shape;3447;p11"/>
            <p:cNvSpPr/>
            <p:nvPr/>
          </p:nvSpPr>
          <p:spPr>
            <a:xfrm>
              <a:off x="6511900" y="369987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8" name="Google Shape;3448;p11"/>
            <p:cNvSpPr/>
            <p:nvPr/>
          </p:nvSpPr>
          <p:spPr>
            <a:xfrm>
              <a:off x="6511900" y="4452425"/>
              <a:ext cx="121400" cy="121400"/>
            </a:xfrm>
            <a:custGeom>
              <a:avLst/>
              <a:gdLst/>
              <a:ahLst/>
              <a:cxnLst/>
              <a:rect l="l" t="t" r="r" b="b"/>
              <a:pathLst>
                <a:path w="4856" h="4856" extrusionOk="0">
                  <a:moveTo>
                    <a:pt x="0" y="0"/>
                  </a:moveTo>
                  <a:lnTo>
                    <a:pt x="0"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49" name="Google Shape;3449;p11"/>
            <p:cNvSpPr/>
            <p:nvPr/>
          </p:nvSpPr>
          <p:spPr>
            <a:xfrm>
              <a:off x="6511900" y="4602925"/>
              <a:ext cx="121400" cy="121400"/>
            </a:xfrm>
            <a:custGeom>
              <a:avLst/>
              <a:gdLst/>
              <a:ahLst/>
              <a:cxnLst/>
              <a:rect l="l" t="t" r="r" b="b"/>
              <a:pathLst>
                <a:path w="4856" h="4856" extrusionOk="0">
                  <a:moveTo>
                    <a:pt x="0" y="1"/>
                  </a:moveTo>
                  <a:lnTo>
                    <a:pt x="0"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0" name="Google Shape;3450;p11"/>
            <p:cNvSpPr/>
            <p:nvPr/>
          </p:nvSpPr>
          <p:spPr>
            <a:xfrm>
              <a:off x="6511900" y="5204975"/>
              <a:ext cx="121400" cy="121400"/>
            </a:xfrm>
            <a:custGeom>
              <a:avLst/>
              <a:gdLst/>
              <a:ahLst/>
              <a:cxnLst/>
              <a:rect l="l" t="t" r="r" b="b"/>
              <a:pathLst>
                <a:path w="4856" h="4856" extrusionOk="0">
                  <a:moveTo>
                    <a:pt x="0" y="0"/>
                  </a:moveTo>
                  <a:lnTo>
                    <a:pt x="0" y="4856"/>
                  </a:lnTo>
                  <a:lnTo>
                    <a:pt x="4856" y="4856"/>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1" name="Google Shape;3451;p11"/>
            <p:cNvSpPr/>
            <p:nvPr/>
          </p:nvSpPr>
          <p:spPr>
            <a:xfrm>
              <a:off x="6662400"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2" name="Google Shape;3452;p11"/>
            <p:cNvSpPr/>
            <p:nvPr/>
          </p:nvSpPr>
          <p:spPr>
            <a:xfrm>
              <a:off x="666240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3" name="Google Shape;3453;p11"/>
            <p:cNvSpPr/>
            <p:nvPr/>
          </p:nvSpPr>
          <p:spPr>
            <a:xfrm>
              <a:off x="6662400" y="264627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454" name="Google Shape;3454;p11"/>
          <p:cNvGrpSpPr/>
          <p:nvPr/>
        </p:nvGrpSpPr>
        <p:grpSpPr>
          <a:xfrm rot="10800000">
            <a:off x="7682451" y="28707"/>
            <a:ext cx="1140783" cy="5086302"/>
            <a:chOff x="5608825" y="238125"/>
            <a:chExt cx="1174975" cy="5238750"/>
          </a:xfrm>
        </p:grpSpPr>
        <p:sp>
          <p:nvSpPr>
            <p:cNvPr id="3455" name="Google Shape;3455;p11"/>
            <p:cNvSpPr/>
            <p:nvPr/>
          </p:nvSpPr>
          <p:spPr>
            <a:xfrm>
              <a:off x="5608825" y="388625"/>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6" name="Google Shape;3456;p11"/>
            <p:cNvSpPr/>
            <p:nvPr/>
          </p:nvSpPr>
          <p:spPr>
            <a:xfrm>
              <a:off x="560882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7" name="Google Shape;3457;p11"/>
            <p:cNvSpPr/>
            <p:nvPr/>
          </p:nvSpPr>
          <p:spPr>
            <a:xfrm>
              <a:off x="5608825" y="27968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8" name="Google Shape;3458;p11"/>
            <p:cNvSpPr/>
            <p:nvPr/>
          </p:nvSpPr>
          <p:spPr>
            <a:xfrm>
              <a:off x="5608825"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59" name="Google Shape;3459;p11"/>
            <p:cNvSpPr/>
            <p:nvPr/>
          </p:nvSpPr>
          <p:spPr>
            <a:xfrm>
              <a:off x="5759350"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0" name="Google Shape;3460;p11"/>
            <p:cNvSpPr/>
            <p:nvPr/>
          </p:nvSpPr>
          <p:spPr>
            <a:xfrm>
              <a:off x="5759350" y="6896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1" name="Google Shape;3461;p11"/>
            <p:cNvSpPr/>
            <p:nvPr/>
          </p:nvSpPr>
          <p:spPr>
            <a:xfrm>
              <a:off x="5759350" y="9906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2" name="Google Shape;3462;p11"/>
            <p:cNvSpPr/>
            <p:nvPr/>
          </p:nvSpPr>
          <p:spPr>
            <a:xfrm>
              <a:off x="5759350" y="15927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3" name="Google Shape;3463;p11"/>
            <p:cNvSpPr/>
            <p:nvPr/>
          </p:nvSpPr>
          <p:spPr>
            <a:xfrm>
              <a:off x="5759350" y="17432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4" name="Google Shape;3464;p11"/>
            <p:cNvSpPr/>
            <p:nvPr/>
          </p:nvSpPr>
          <p:spPr>
            <a:xfrm>
              <a:off x="5759350"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5" name="Google Shape;3465;p11"/>
            <p:cNvSpPr/>
            <p:nvPr/>
          </p:nvSpPr>
          <p:spPr>
            <a:xfrm>
              <a:off x="5759350" y="21947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6" name="Google Shape;3466;p11"/>
            <p:cNvSpPr/>
            <p:nvPr/>
          </p:nvSpPr>
          <p:spPr>
            <a:xfrm>
              <a:off x="5759350" y="23452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7" name="Google Shape;3467;p11"/>
            <p:cNvSpPr/>
            <p:nvPr/>
          </p:nvSpPr>
          <p:spPr>
            <a:xfrm>
              <a:off x="5759350" y="294730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8" name="Google Shape;3468;p11"/>
            <p:cNvSpPr/>
            <p:nvPr/>
          </p:nvSpPr>
          <p:spPr>
            <a:xfrm>
              <a:off x="5759350" y="30978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69" name="Google Shape;3469;p11"/>
            <p:cNvSpPr/>
            <p:nvPr/>
          </p:nvSpPr>
          <p:spPr>
            <a:xfrm>
              <a:off x="5759350" y="32483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0" name="Google Shape;3470;p11"/>
            <p:cNvSpPr/>
            <p:nvPr/>
          </p:nvSpPr>
          <p:spPr>
            <a:xfrm>
              <a:off x="5759350" y="385037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1" name="Google Shape;3471;p11"/>
            <p:cNvSpPr/>
            <p:nvPr/>
          </p:nvSpPr>
          <p:spPr>
            <a:xfrm>
              <a:off x="5759350"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2" name="Google Shape;3472;p11"/>
            <p:cNvSpPr/>
            <p:nvPr/>
          </p:nvSpPr>
          <p:spPr>
            <a:xfrm>
              <a:off x="5759350" y="44524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3" name="Google Shape;3473;p11"/>
            <p:cNvSpPr/>
            <p:nvPr/>
          </p:nvSpPr>
          <p:spPr>
            <a:xfrm>
              <a:off x="5759350" y="46029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4" name="Google Shape;3474;p11"/>
            <p:cNvSpPr/>
            <p:nvPr/>
          </p:nvSpPr>
          <p:spPr>
            <a:xfrm>
              <a:off x="5759350" y="47534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5" name="Google Shape;3475;p11"/>
            <p:cNvSpPr/>
            <p:nvPr/>
          </p:nvSpPr>
          <p:spPr>
            <a:xfrm>
              <a:off x="5759350" y="5054450"/>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6" name="Google Shape;3476;p11"/>
            <p:cNvSpPr/>
            <p:nvPr/>
          </p:nvSpPr>
          <p:spPr>
            <a:xfrm>
              <a:off x="5909850"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7" name="Google Shape;3477;p11"/>
            <p:cNvSpPr/>
            <p:nvPr/>
          </p:nvSpPr>
          <p:spPr>
            <a:xfrm>
              <a:off x="5909850" y="539125"/>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8" name="Google Shape;3478;p11"/>
            <p:cNvSpPr/>
            <p:nvPr/>
          </p:nvSpPr>
          <p:spPr>
            <a:xfrm>
              <a:off x="5909850" y="8401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79" name="Google Shape;3479;p11"/>
            <p:cNvSpPr/>
            <p:nvPr/>
          </p:nvSpPr>
          <p:spPr>
            <a:xfrm>
              <a:off x="5909850" y="9906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0" name="Google Shape;3480;p11"/>
            <p:cNvSpPr/>
            <p:nvPr/>
          </p:nvSpPr>
          <p:spPr>
            <a:xfrm>
              <a:off x="5909850" y="1592700"/>
              <a:ext cx="121400" cy="121425"/>
            </a:xfrm>
            <a:custGeom>
              <a:avLst/>
              <a:gdLst/>
              <a:ahLst/>
              <a:cxnLst/>
              <a:rect l="l" t="t" r="r" b="b"/>
              <a:pathLst>
                <a:path w="4856"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1" name="Google Shape;3481;p11"/>
            <p:cNvSpPr/>
            <p:nvPr/>
          </p:nvSpPr>
          <p:spPr>
            <a:xfrm>
              <a:off x="5909850" y="21947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2" name="Google Shape;3482;p11"/>
            <p:cNvSpPr/>
            <p:nvPr/>
          </p:nvSpPr>
          <p:spPr>
            <a:xfrm>
              <a:off x="5909850"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3" name="Google Shape;3483;p11"/>
            <p:cNvSpPr/>
            <p:nvPr/>
          </p:nvSpPr>
          <p:spPr>
            <a:xfrm>
              <a:off x="5909850" y="24957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4" name="Google Shape;3484;p11"/>
            <p:cNvSpPr/>
            <p:nvPr/>
          </p:nvSpPr>
          <p:spPr>
            <a:xfrm>
              <a:off x="5909850" y="33988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5" name="Google Shape;3485;p11"/>
            <p:cNvSpPr/>
            <p:nvPr/>
          </p:nvSpPr>
          <p:spPr>
            <a:xfrm>
              <a:off x="5909850" y="4151400"/>
              <a:ext cx="121400" cy="121400"/>
            </a:xfrm>
            <a:custGeom>
              <a:avLst/>
              <a:gdLst/>
              <a:ahLst/>
              <a:cxnLst/>
              <a:rect l="l" t="t" r="r" b="b"/>
              <a:pathLst>
                <a:path w="4856"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6" name="Google Shape;3486;p11"/>
            <p:cNvSpPr/>
            <p:nvPr/>
          </p:nvSpPr>
          <p:spPr>
            <a:xfrm>
              <a:off x="5909850" y="46029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7" name="Google Shape;3487;p11"/>
            <p:cNvSpPr/>
            <p:nvPr/>
          </p:nvSpPr>
          <p:spPr>
            <a:xfrm>
              <a:off x="5909850" y="47534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8" name="Google Shape;3488;p11"/>
            <p:cNvSpPr/>
            <p:nvPr/>
          </p:nvSpPr>
          <p:spPr>
            <a:xfrm>
              <a:off x="5909850" y="535547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89" name="Google Shape;3489;p11"/>
            <p:cNvSpPr/>
            <p:nvPr/>
          </p:nvSpPr>
          <p:spPr>
            <a:xfrm>
              <a:off x="6060375" y="23812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0" name="Google Shape;3490;p11"/>
            <p:cNvSpPr/>
            <p:nvPr/>
          </p:nvSpPr>
          <p:spPr>
            <a:xfrm>
              <a:off x="6060375" y="388625"/>
              <a:ext cx="121400" cy="121400"/>
            </a:xfrm>
            <a:custGeom>
              <a:avLst/>
              <a:gdLst/>
              <a:ahLst/>
              <a:cxnLst/>
              <a:rect l="l" t="t" r="r" b="b"/>
              <a:pathLst>
                <a:path w="4856" h="4856" extrusionOk="0">
                  <a:moveTo>
                    <a:pt x="0" y="0"/>
                  </a:moveTo>
                  <a:lnTo>
                    <a:pt x="0" y="4856"/>
                  </a:lnTo>
                  <a:lnTo>
                    <a:pt x="4855" y="4856"/>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1" name="Google Shape;3491;p11"/>
            <p:cNvSpPr/>
            <p:nvPr/>
          </p:nvSpPr>
          <p:spPr>
            <a:xfrm>
              <a:off x="6060375" y="840150"/>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2" name="Google Shape;3492;p11"/>
            <p:cNvSpPr/>
            <p:nvPr/>
          </p:nvSpPr>
          <p:spPr>
            <a:xfrm>
              <a:off x="6060375" y="114117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3" name="Google Shape;3493;p11"/>
            <p:cNvSpPr/>
            <p:nvPr/>
          </p:nvSpPr>
          <p:spPr>
            <a:xfrm>
              <a:off x="6060375" y="1893725"/>
              <a:ext cx="121400" cy="121400"/>
            </a:xfrm>
            <a:custGeom>
              <a:avLst/>
              <a:gdLst/>
              <a:ahLst/>
              <a:cxnLst/>
              <a:rect l="l" t="t" r="r" b="b"/>
              <a:pathLst>
                <a:path w="4856" h="4856"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4" name="Google Shape;3494;p11"/>
            <p:cNvSpPr/>
            <p:nvPr/>
          </p:nvSpPr>
          <p:spPr>
            <a:xfrm>
              <a:off x="6060375" y="2044250"/>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5" name="Google Shape;3495;p11"/>
            <p:cNvSpPr/>
            <p:nvPr/>
          </p:nvSpPr>
          <p:spPr>
            <a:xfrm>
              <a:off x="6060375" y="3699875"/>
              <a:ext cx="121400" cy="121400"/>
            </a:xfrm>
            <a:custGeom>
              <a:avLst/>
              <a:gdLst/>
              <a:ahLst/>
              <a:cxnLst/>
              <a:rect l="l" t="t" r="r" b="b"/>
              <a:pathLst>
                <a:path w="4856" h="4856" extrusionOk="0">
                  <a:moveTo>
                    <a:pt x="0" y="0"/>
                  </a:moveTo>
                  <a:lnTo>
                    <a:pt x="0" y="4855"/>
                  </a:lnTo>
                  <a:lnTo>
                    <a:pt x="4855" y="4855"/>
                  </a:lnTo>
                  <a:lnTo>
                    <a:pt x="485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6" name="Google Shape;3496;p11"/>
            <p:cNvSpPr/>
            <p:nvPr/>
          </p:nvSpPr>
          <p:spPr>
            <a:xfrm>
              <a:off x="6060375" y="4000875"/>
              <a:ext cx="121400" cy="121425"/>
            </a:xfrm>
            <a:custGeom>
              <a:avLst/>
              <a:gdLst/>
              <a:ahLst/>
              <a:cxnLst/>
              <a:rect l="l" t="t" r="r" b="b"/>
              <a:pathLst>
                <a:path w="4856" h="4857" extrusionOk="0">
                  <a:moveTo>
                    <a:pt x="0" y="1"/>
                  </a:moveTo>
                  <a:lnTo>
                    <a:pt x="0" y="4856"/>
                  </a:lnTo>
                  <a:lnTo>
                    <a:pt x="4855" y="4856"/>
                  </a:lnTo>
                  <a:lnTo>
                    <a:pt x="485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7" name="Google Shape;3497;p11"/>
            <p:cNvSpPr/>
            <p:nvPr/>
          </p:nvSpPr>
          <p:spPr>
            <a:xfrm>
              <a:off x="6210875" y="23812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8" name="Google Shape;3498;p11"/>
            <p:cNvSpPr/>
            <p:nvPr/>
          </p:nvSpPr>
          <p:spPr>
            <a:xfrm>
              <a:off x="6210875" y="689650"/>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99" name="Google Shape;3499;p11"/>
            <p:cNvSpPr/>
            <p:nvPr/>
          </p:nvSpPr>
          <p:spPr>
            <a:xfrm>
              <a:off x="6210875" y="23452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0" name="Google Shape;3500;p11"/>
            <p:cNvSpPr/>
            <p:nvPr/>
          </p:nvSpPr>
          <p:spPr>
            <a:xfrm>
              <a:off x="6210875" y="3248325"/>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1" name="Google Shape;3501;p11"/>
            <p:cNvSpPr/>
            <p:nvPr/>
          </p:nvSpPr>
          <p:spPr>
            <a:xfrm>
              <a:off x="6210875" y="3699875"/>
              <a:ext cx="121400" cy="121400"/>
            </a:xfrm>
            <a:custGeom>
              <a:avLst/>
              <a:gdLst/>
              <a:ahLst/>
              <a:cxnLst/>
              <a:rect l="l" t="t" r="r" b="b"/>
              <a:pathLst>
                <a:path w="4856" h="4856" extrusionOk="0">
                  <a:moveTo>
                    <a:pt x="1" y="0"/>
                  </a:moveTo>
                  <a:lnTo>
                    <a:pt x="1" y="4855"/>
                  </a:lnTo>
                  <a:lnTo>
                    <a:pt x="4856" y="4855"/>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2" name="Google Shape;3502;p11"/>
            <p:cNvSpPr/>
            <p:nvPr/>
          </p:nvSpPr>
          <p:spPr>
            <a:xfrm>
              <a:off x="6361375" y="1442200"/>
              <a:ext cx="121425" cy="121400"/>
            </a:xfrm>
            <a:custGeom>
              <a:avLst/>
              <a:gdLst/>
              <a:ahLst/>
              <a:cxnLst/>
              <a:rect l="l" t="t" r="r" b="b"/>
              <a:pathLst>
                <a:path w="4857" h="4856" extrusionOk="0">
                  <a:moveTo>
                    <a:pt x="1" y="0"/>
                  </a:moveTo>
                  <a:lnTo>
                    <a:pt x="1" y="4856"/>
                  </a:lnTo>
                  <a:lnTo>
                    <a:pt x="4856" y="4856"/>
                  </a:lnTo>
                  <a:lnTo>
                    <a:pt x="485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3" name="Google Shape;3503;p11"/>
            <p:cNvSpPr/>
            <p:nvPr/>
          </p:nvSpPr>
          <p:spPr>
            <a:xfrm>
              <a:off x="6361375" y="2646275"/>
              <a:ext cx="121425" cy="121425"/>
            </a:xfrm>
            <a:custGeom>
              <a:avLst/>
              <a:gdLst/>
              <a:ahLst/>
              <a:cxnLst/>
              <a:rect l="l" t="t" r="r" b="b"/>
              <a:pathLst>
                <a:path w="4857" h="4857"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04" name="Google Shape;3504;p11"/>
            <p:cNvSpPr/>
            <p:nvPr/>
          </p:nvSpPr>
          <p:spPr>
            <a:xfrm>
              <a:off x="6662400" y="4903950"/>
              <a:ext cx="121400" cy="121400"/>
            </a:xfrm>
            <a:custGeom>
              <a:avLst/>
              <a:gdLst/>
              <a:ahLst/>
              <a:cxnLst/>
              <a:rect l="l" t="t" r="r" b="b"/>
              <a:pathLst>
                <a:path w="4856" h="4856" extrusionOk="0">
                  <a:moveTo>
                    <a:pt x="1" y="1"/>
                  </a:moveTo>
                  <a:lnTo>
                    <a:pt x="1" y="4856"/>
                  </a:lnTo>
                  <a:lnTo>
                    <a:pt x="4856" y="4856"/>
                  </a:lnTo>
                  <a:lnTo>
                    <a:pt x="48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505" name="Google Shape;3505;p11"/>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lvl1pPr lvl="0">
              <a:buNone/>
              <a:defRPr>
                <a:solidFill>
                  <a:schemeClr val="accent2"/>
                </a:solidFill>
              </a:defRPr>
            </a:lvl1pPr>
            <a:lvl2pPr lvl="1">
              <a:buNone/>
              <a:defRPr>
                <a:solidFill>
                  <a:schemeClr val="accent2"/>
                </a:solidFill>
              </a:defRPr>
            </a:lvl2pPr>
            <a:lvl3pPr lvl="2">
              <a:buNone/>
              <a:defRPr>
                <a:solidFill>
                  <a:schemeClr val="accent2"/>
                </a:solidFill>
              </a:defRPr>
            </a:lvl3pPr>
            <a:lvl4pPr lvl="3">
              <a:buNone/>
              <a:defRPr>
                <a:solidFill>
                  <a:schemeClr val="accent2"/>
                </a:solidFill>
              </a:defRPr>
            </a:lvl4pPr>
            <a:lvl5pPr lvl="4">
              <a:buNone/>
              <a:defRPr>
                <a:solidFill>
                  <a:schemeClr val="accent2"/>
                </a:solidFill>
              </a:defRPr>
            </a:lvl5pPr>
            <a:lvl6pPr lvl="5">
              <a:buNone/>
              <a:defRPr>
                <a:solidFill>
                  <a:schemeClr val="accent2"/>
                </a:solidFill>
              </a:defRPr>
            </a:lvl6pPr>
            <a:lvl7pPr lvl="6">
              <a:buNone/>
              <a:defRPr>
                <a:solidFill>
                  <a:schemeClr val="accent2"/>
                </a:solidFill>
              </a:defRPr>
            </a:lvl7pPr>
            <a:lvl8pPr lvl="7">
              <a:buNone/>
              <a:defRPr>
                <a:solidFill>
                  <a:schemeClr val="accent2"/>
                </a:solidFill>
              </a:defRPr>
            </a:lvl8pPr>
            <a:lvl9pPr lvl="8">
              <a:buNone/>
              <a:defRPr>
                <a:solidFill>
                  <a:schemeClr val="accent2"/>
                </a:solidFill>
              </a:defRPr>
            </a:lvl9pPr>
          </a:lstStyle>
          <a:p>
            <a:pPr marL="0" lvl="0" indent="0" algn="l" rtl="0">
              <a:spcBef>
                <a:spcPts val="0"/>
              </a:spcBef>
              <a:spcAft>
                <a:spcPts val="0"/>
              </a:spcAft>
              <a:buNone/>
            </a:pPr>
            <a:fld id="{00000000-1234-1234-1234-123412341234}" type="slidenum">
              <a:rPr lang="en"/>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8300" y="739375"/>
            <a:ext cx="67611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1pPr>
            <a:lvl2pPr lvl="1">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2pPr>
            <a:lvl3pPr lvl="2">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3pPr>
            <a:lvl4pPr lvl="3">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4pPr>
            <a:lvl5pPr lvl="4">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5pPr>
            <a:lvl6pPr lvl="5">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6pPr>
            <a:lvl7pPr lvl="6">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7pPr>
            <a:lvl8pPr lvl="7">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8pPr>
            <a:lvl9pPr lvl="8">
              <a:spcBef>
                <a:spcPts val="0"/>
              </a:spcBef>
              <a:spcAft>
                <a:spcPts val="0"/>
              </a:spcAft>
              <a:buClr>
                <a:schemeClr val="dk2"/>
              </a:buClr>
              <a:buSzPts val="3600"/>
              <a:buFont typeface="Dosis ExtraLight"/>
              <a:buNone/>
              <a:defRPr sz="3600">
                <a:solidFill>
                  <a:schemeClr val="dk2"/>
                </a:solidFill>
                <a:latin typeface="Dosis ExtraLight"/>
                <a:ea typeface="Dosis ExtraLight"/>
                <a:cs typeface="Dosis ExtraLight"/>
                <a:sym typeface="Dosis ExtraLight"/>
              </a:defRPr>
            </a:lvl9pPr>
          </a:lstStyle>
          <a:p>
            <a:endParaRPr/>
          </a:p>
        </p:txBody>
      </p:sp>
      <p:sp>
        <p:nvSpPr>
          <p:cNvPr id="7" name="Google Shape;7;p1"/>
          <p:cNvSpPr txBox="1">
            <a:spLocks noGrp="1"/>
          </p:cNvSpPr>
          <p:nvPr>
            <p:ph type="body" idx="1"/>
          </p:nvPr>
        </p:nvSpPr>
        <p:spPr>
          <a:xfrm>
            <a:off x="718300" y="1733550"/>
            <a:ext cx="6761100" cy="29805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1pPr>
            <a:lvl2pPr marL="914400" lvl="1"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2pPr>
            <a:lvl3pPr marL="1371600" lvl="2" indent="-381000">
              <a:spcBef>
                <a:spcPts val="0"/>
              </a:spcBef>
              <a:spcAft>
                <a:spcPts val="0"/>
              </a:spcAft>
              <a:buClr>
                <a:schemeClr val="accent1"/>
              </a:buClr>
              <a:buSzPts val="2400"/>
              <a:buFont typeface="Titillium Web Light"/>
              <a:buChar char="▫"/>
              <a:defRPr sz="2400">
                <a:solidFill>
                  <a:schemeClr val="dk1"/>
                </a:solidFill>
                <a:latin typeface="Titillium Web Light"/>
                <a:ea typeface="Titillium Web Light"/>
                <a:cs typeface="Titillium Web Light"/>
                <a:sym typeface="Titillium Web Light"/>
              </a:defRPr>
            </a:lvl3pPr>
            <a:lvl4pPr marL="1828800" lvl="3"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4pPr>
            <a:lvl5pPr marL="2286000" lvl="4"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5pPr>
            <a:lvl6pPr marL="2743200" lvl="5"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6pPr>
            <a:lvl7pPr marL="3200400" lvl="6"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7pPr>
            <a:lvl8pPr marL="3657600" lvl="7"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8pPr>
            <a:lvl9pPr marL="4114800" lvl="8" indent="-381000">
              <a:spcBef>
                <a:spcPts val="0"/>
              </a:spcBef>
              <a:spcAft>
                <a:spcPts val="0"/>
              </a:spcAft>
              <a:buClr>
                <a:schemeClr val="dk1"/>
              </a:buClr>
              <a:buSzPts val="2400"/>
              <a:buFont typeface="Titillium Web Light"/>
              <a:buChar char="■"/>
              <a:defRPr sz="2400">
                <a:solidFill>
                  <a:schemeClr val="dk1"/>
                </a:solidFill>
                <a:latin typeface="Titillium Web Light"/>
                <a:ea typeface="Titillium Web Light"/>
                <a:cs typeface="Titillium Web Light"/>
                <a:sym typeface="Titillium Web Light"/>
              </a:defRPr>
            </a:lvl9pPr>
          </a:lstStyle>
          <a:p>
            <a:endParaRPr/>
          </a:p>
        </p:txBody>
      </p:sp>
      <p:sp>
        <p:nvSpPr>
          <p:cNvPr id="8" name="Google Shape;8;p1"/>
          <p:cNvSpPr txBox="1">
            <a:spLocks noGrp="1"/>
          </p:cNvSpPr>
          <p:nvPr>
            <p:ph type="sldNum" idx="12"/>
          </p:nvPr>
        </p:nvSpPr>
        <p:spPr>
          <a:xfrm>
            <a:off x="91531" y="4720201"/>
            <a:ext cx="548700" cy="393600"/>
          </a:xfrm>
          <a:prstGeom prst="rect">
            <a:avLst/>
          </a:prstGeom>
          <a:noFill/>
          <a:ln>
            <a:noFill/>
          </a:ln>
        </p:spPr>
        <p:txBody>
          <a:bodyPr spcFirstLastPara="1" wrap="square" lIns="91425" tIns="91425" rIns="91425" bIns="91425" anchor="ctr" anchorCtr="0">
            <a:noAutofit/>
          </a:bodyPr>
          <a:lstStyle>
            <a:lvl1pPr lvl="0">
              <a:buNone/>
              <a:defRPr sz="1200">
                <a:solidFill>
                  <a:schemeClr val="dk2"/>
                </a:solidFill>
                <a:latin typeface="Dosis ExtraLight"/>
                <a:ea typeface="Dosis ExtraLight"/>
                <a:cs typeface="Dosis ExtraLight"/>
                <a:sym typeface="Dosis ExtraLight"/>
              </a:defRPr>
            </a:lvl1pPr>
            <a:lvl2pPr lvl="1">
              <a:buNone/>
              <a:defRPr sz="1200">
                <a:solidFill>
                  <a:schemeClr val="dk2"/>
                </a:solidFill>
                <a:latin typeface="Dosis ExtraLight"/>
                <a:ea typeface="Dosis ExtraLight"/>
                <a:cs typeface="Dosis ExtraLight"/>
                <a:sym typeface="Dosis ExtraLight"/>
              </a:defRPr>
            </a:lvl2pPr>
            <a:lvl3pPr lvl="2">
              <a:buNone/>
              <a:defRPr sz="1200">
                <a:solidFill>
                  <a:schemeClr val="dk2"/>
                </a:solidFill>
                <a:latin typeface="Dosis ExtraLight"/>
                <a:ea typeface="Dosis ExtraLight"/>
                <a:cs typeface="Dosis ExtraLight"/>
                <a:sym typeface="Dosis ExtraLight"/>
              </a:defRPr>
            </a:lvl3pPr>
            <a:lvl4pPr lvl="3">
              <a:buNone/>
              <a:defRPr sz="1200">
                <a:solidFill>
                  <a:schemeClr val="dk2"/>
                </a:solidFill>
                <a:latin typeface="Dosis ExtraLight"/>
                <a:ea typeface="Dosis ExtraLight"/>
                <a:cs typeface="Dosis ExtraLight"/>
                <a:sym typeface="Dosis ExtraLight"/>
              </a:defRPr>
            </a:lvl4pPr>
            <a:lvl5pPr lvl="4">
              <a:buNone/>
              <a:defRPr sz="1200">
                <a:solidFill>
                  <a:schemeClr val="dk2"/>
                </a:solidFill>
                <a:latin typeface="Dosis ExtraLight"/>
                <a:ea typeface="Dosis ExtraLight"/>
                <a:cs typeface="Dosis ExtraLight"/>
                <a:sym typeface="Dosis ExtraLight"/>
              </a:defRPr>
            </a:lvl5pPr>
            <a:lvl6pPr lvl="5">
              <a:buNone/>
              <a:defRPr sz="1200">
                <a:solidFill>
                  <a:schemeClr val="dk2"/>
                </a:solidFill>
                <a:latin typeface="Dosis ExtraLight"/>
                <a:ea typeface="Dosis ExtraLight"/>
                <a:cs typeface="Dosis ExtraLight"/>
                <a:sym typeface="Dosis ExtraLight"/>
              </a:defRPr>
            </a:lvl6pPr>
            <a:lvl7pPr lvl="6">
              <a:buNone/>
              <a:defRPr sz="1200">
                <a:solidFill>
                  <a:schemeClr val="dk2"/>
                </a:solidFill>
                <a:latin typeface="Dosis ExtraLight"/>
                <a:ea typeface="Dosis ExtraLight"/>
                <a:cs typeface="Dosis ExtraLight"/>
                <a:sym typeface="Dosis ExtraLight"/>
              </a:defRPr>
            </a:lvl7pPr>
            <a:lvl8pPr lvl="7">
              <a:buNone/>
              <a:defRPr sz="1200">
                <a:solidFill>
                  <a:schemeClr val="dk2"/>
                </a:solidFill>
                <a:latin typeface="Dosis ExtraLight"/>
                <a:ea typeface="Dosis ExtraLight"/>
                <a:cs typeface="Dosis ExtraLight"/>
                <a:sym typeface="Dosis ExtraLight"/>
              </a:defRPr>
            </a:lvl8pPr>
            <a:lvl9pPr lvl="8">
              <a:buNone/>
              <a:defRPr sz="1200">
                <a:solidFill>
                  <a:schemeClr val="dk2"/>
                </a:solidFill>
                <a:latin typeface="Dosis ExtraLight"/>
                <a:ea typeface="Dosis ExtraLight"/>
                <a:cs typeface="Dosis ExtraLight"/>
                <a:sym typeface="Dosis ExtraLight"/>
              </a:defRPr>
            </a:lvl9pPr>
          </a:lstStyle>
          <a:p>
            <a:pPr marL="0" lvl="0" indent="0" algn="l"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6" r:id="rId4"/>
    <p:sldLayoutId id="2147483657" r:id="rId5"/>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835"/>
        <p:cNvGrpSpPr/>
        <p:nvPr/>
      </p:nvGrpSpPr>
      <p:grpSpPr>
        <a:xfrm>
          <a:off x="0" y="0"/>
          <a:ext cx="0" cy="0"/>
          <a:chOff x="0" y="0"/>
          <a:chExt cx="0" cy="0"/>
        </a:xfrm>
      </p:grpSpPr>
      <p:sp>
        <p:nvSpPr>
          <p:cNvPr id="3836" name="Google Shape;3836;p13"/>
          <p:cNvSpPr txBox="1">
            <a:spLocks noGrp="1"/>
          </p:cNvSpPr>
          <p:nvPr>
            <p:ph type="ctrTitle"/>
          </p:nvPr>
        </p:nvSpPr>
        <p:spPr>
          <a:xfrm>
            <a:off x="71493" y="537672"/>
            <a:ext cx="6524978" cy="3940324"/>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GB" sz="3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MACHINE LEARNING </a:t>
            </a:r>
            <a:br>
              <a:rPr lang="en-GB" sz="3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br>
            <a:r>
              <a:rPr lang="en-GB" sz="3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ALGORITHMS</a:t>
            </a:r>
            <a:br>
              <a:rPr lang="en-GB" sz="3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br>
            <a:br>
              <a:rPr lang="en-GB" sz="3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br>
            <a:r>
              <a:rPr lang="en-GB" sz="2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Nonlinear Machine Learning using Decision Tree and Naïve Bayes</a:t>
            </a:r>
            <a:br>
              <a:rPr lang="en-GB" sz="3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br>
            <a:r>
              <a:rPr lang="en-GB" sz="3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br>
              <a:rPr lang="en-GB" sz="36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br>
            <a:r>
              <a:rPr lang="en-GB" sz="3600" dirty="0">
                <a:solidFill>
                  <a:schemeClr val="bg1"/>
                </a:solidFill>
                <a:latin typeface="Calibri" panose="020F0502020204030204" pitchFamily="34" charset="0"/>
                <a:ea typeface="Calibri" panose="020F0502020204030204" pitchFamily="34" charset="0"/>
                <a:cs typeface="Times New Roman" panose="02020603050405020304" pitchFamily="18" charset="0"/>
              </a:rPr>
              <a:t>ITMLA2-B44</a:t>
            </a:r>
            <a:endParaRPr sz="3600" dirty="0">
              <a:solidFill>
                <a:schemeClr val="bg1"/>
              </a:solidFill>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40"/>
        <p:cNvGrpSpPr/>
        <p:nvPr/>
      </p:nvGrpSpPr>
      <p:grpSpPr>
        <a:xfrm>
          <a:off x="0" y="0"/>
          <a:ext cx="0" cy="0"/>
          <a:chOff x="0" y="0"/>
          <a:chExt cx="0" cy="0"/>
        </a:xfrm>
      </p:grpSpPr>
      <p:sp>
        <p:nvSpPr>
          <p:cNvPr id="3841" name="Google Shape;3841;p14"/>
          <p:cNvSpPr txBox="1">
            <a:spLocks noGrp="1"/>
          </p:cNvSpPr>
          <p:nvPr>
            <p:ph type="title"/>
          </p:nvPr>
        </p:nvSpPr>
        <p:spPr>
          <a:xfrm>
            <a:off x="615717" y="131512"/>
            <a:ext cx="67611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3200" b="1" dirty="0">
                <a:effectLst/>
                <a:latin typeface="Times New Roman" panose="02020603050405020304" pitchFamily="18" charset="0"/>
                <a:ea typeface="Calibri" panose="020F0502020204030204" pitchFamily="34" charset="0"/>
                <a:cs typeface="Times New Roman" panose="02020603050405020304" pitchFamily="18" charset="0"/>
              </a:rPr>
              <a:t>Contents Covered</a:t>
            </a:r>
            <a:endParaRPr sz="3200" dirty="0"/>
          </a:p>
        </p:txBody>
      </p:sp>
      <p:sp>
        <p:nvSpPr>
          <p:cNvPr id="3843" name="Google Shape;3843;p14"/>
          <p:cNvSpPr txBox="1">
            <a:spLocks noGrp="1"/>
          </p:cNvSpPr>
          <p:nvPr>
            <p:ph type="body" idx="1"/>
          </p:nvPr>
        </p:nvSpPr>
        <p:spPr>
          <a:xfrm>
            <a:off x="91531" y="988912"/>
            <a:ext cx="7593539" cy="3731289"/>
          </a:xfrm>
          <a:prstGeom prst="rect">
            <a:avLst/>
          </a:prstGeom>
        </p:spPr>
        <p:txBody>
          <a:bodyPr spcFirstLastPara="1" wrap="square" lIns="91425" tIns="91425" rIns="91425" bIns="91425" anchor="t" anchorCtr="0">
            <a:noAutofit/>
          </a:bodyPr>
          <a:lstStyle/>
          <a:p>
            <a:pPr algn="just"/>
            <a:r>
              <a:rPr lang="en-US" sz="1400" b="0" i="0" dirty="0">
                <a:solidFill>
                  <a:srgbClr val="526069"/>
                </a:solidFill>
                <a:effectLst/>
                <a:latin typeface="Calibri" panose="020F0502020204030204" pitchFamily="34" charset="0"/>
                <a:cs typeface="Calibri" panose="020F0502020204030204" pitchFamily="34" charset="0"/>
              </a:rPr>
              <a:t>Understand the underlying concept behind nonlinear machine learning algorithms</a:t>
            </a:r>
          </a:p>
          <a:p>
            <a:pPr algn="just"/>
            <a:r>
              <a:rPr lang="en-US" sz="1400" b="0" i="0" dirty="0">
                <a:solidFill>
                  <a:srgbClr val="526069"/>
                </a:solidFill>
                <a:effectLst/>
                <a:latin typeface="Calibri" panose="020F0502020204030204" pitchFamily="34" charset="0"/>
                <a:cs typeface="Calibri" panose="020F0502020204030204" pitchFamily="34" charset="0"/>
              </a:rPr>
              <a:t>Discuss and implement the Classification and Regression Trees (CART) models for data prediction</a:t>
            </a:r>
          </a:p>
          <a:p>
            <a:pPr algn="just"/>
            <a:r>
              <a:rPr lang="en-US" sz="1400" b="0" i="0" dirty="0">
                <a:solidFill>
                  <a:srgbClr val="526069"/>
                </a:solidFill>
                <a:effectLst/>
                <a:latin typeface="Calibri" panose="020F0502020204030204" pitchFamily="34" charset="0"/>
                <a:cs typeface="Calibri" panose="020F0502020204030204" pitchFamily="34" charset="0"/>
              </a:rPr>
              <a:t>Discuss and implement Naive Bayes algorithms for categorical variables</a:t>
            </a:r>
          </a:p>
        </p:txBody>
      </p:sp>
      <p:sp>
        <p:nvSpPr>
          <p:cNvPr id="3845" name="Google Shape;3845;p14"/>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a:t>
            </a:fld>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49"/>
        <p:cNvGrpSpPr/>
        <p:nvPr/>
      </p:nvGrpSpPr>
      <p:grpSpPr>
        <a:xfrm>
          <a:off x="0" y="0"/>
          <a:ext cx="0" cy="0"/>
          <a:chOff x="0" y="0"/>
          <a:chExt cx="0" cy="0"/>
        </a:xfrm>
      </p:grpSpPr>
      <p:sp>
        <p:nvSpPr>
          <p:cNvPr id="3850" name="Google Shape;3850;p15"/>
          <p:cNvSpPr txBox="1">
            <a:spLocks noGrp="1"/>
          </p:cNvSpPr>
          <p:nvPr>
            <p:ph type="ctrTitle" idx="4294967295"/>
          </p:nvPr>
        </p:nvSpPr>
        <p:spPr>
          <a:xfrm>
            <a:off x="485423" y="105394"/>
            <a:ext cx="6385396" cy="798605"/>
          </a:xfrm>
          <a:prstGeom prst="rect">
            <a:avLst/>
          </a:prstGeom>
        </p:spPr>
        <p:txBody>
          <a:bodyPr spcFirstLastPara="1" wrap="square" lIns="91425" tIns="91425" rIns="91425" bIns="91425" anchor="b" anchorCtr="0">
            <a:noAutofit/>
          </a:bodyPr>
          <a:lstStyle/>
          <a:p>
            <a:pPr algn="l"/>
            <a:r>
              <a:rPr lang="en-US" sz="2200" b="1" i="0" dirty="0">
                <a:solidFill>
                  <a:srgbClr val="37474F"/>
                </a:solidFill>
                <a:effectLst/>
                <a:latin typeface="Times New Roman" panose="02020603050405020304" pitchFamily="18" charset="0"/>
                <a:cs typeface="Times New Roman" panose="02020603050405020304" pitchFamily="18" charset="0"/>
              </a:rPr>
              <a:t>Nonlinear Machine Learning using Decision Trees</a:t>
            </a:r>
          </a:p>
        </p:txBody>
      </p:sp>
      <p:sp>
        <p:nvSpPr>
          <p:cNvPr id="3851" name="Google Shape;3851;p15"/>
          <p:cNvSpPr txBox="1">
            <a:spLocks noGrp="1"/>
          </p:cNvSpPr>
          <p:nvPr>
            <p:ph type="subTitle" idx="4294967295"/>
          </p:nvPr>
        </p:nvSpPr>
        <p:spPr>
          <a:xfrm>
            <a:off x="91530" y="903999"/>
            <a:ext cx="7577813" cy="3945403"/>
          </a:xfrm>
          <a:prstGeom prst="rect">
            <a:avLst/>
          </a:prstGeom>
        </p:spPr>
        <p:txBody>
          <a:bodyPr spcFirstLastPara="1" wrap="square" lIns="91425" tIns="91425" rIns="91425" bIns="91425" anchor="t" anchorCtr="0">
            <a:noAutofit/>
          </a:bodyPr>
          <a:lstStyle/>
          <a:p>
            <a:pPr marL="76200" indent="0" algn="just">
              <a:buNone/>
            </a:pPr>
            <a:r>
              <a:rPr lang="en-US" sz="1400" b="0" i="0" dirty="0">
                <a:solidFill>
                  <a:srgbClr val="000000"/>
                </a:solidFill>
                <a:effectLst/>
                <a:latin typeface="Calibri" panose="020F0502020204030204" pitchFamily="34" charset="0"/>
                <a:cs typeface="Calibri" panose="020F0502020204030204" pitchFamily="34" charset="0"/>
              </a:rPr>
              <a:t>Decision Trees are non-parametric machine learning algorithms that can be used for both classification and regression, commonly called, CART, classification and regression trees.</a:t>
            </a:r>
          </a:p>
          <a:p>
            <a:pPr marL="76200" indent="0" algn="just">
              <a:buNone/>
            </a:pPr>
            <a:endParaRPr lang="en-US" sz="1400" u="sng"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US" sz="1400" b="1" u="sng"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US" sz="1400" b="1" u="sng"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US" sz="1400" b="1" u="sng"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US" sz="1400" b="1" u="sng"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76200" indent="0" algn="just">
              <a:buNone/>
            </a:pPr>
            <a:endParaRPr lang="en-US" sz="1400" b="1" u="sng"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76200" indent="0" algn="ctr">
              <a:buNone/>
            </a:pPr>
            <a:r>
              <a:rPr lang="en-US" sz="1100" b="1" i="0" dirty="0">
                <a:solidFill>
                  <a:srgbClr val="000000"/>
                </a:solidFill>
                <a:effectLst/>
                <a:latin typeface="Arimo"/>
              </a:rPr>
              <a:t>Figure: Example of Decision Tree for Classification [EMC, Data Science and Big Data Analytics]</a:t>
            </a:r>
          </a:p>
          <a:p>
            <a:pPr marL="76200" indent="0" algn="ctr">
              <a:buNone/>
            </a:pPr>
            <a:endParaRPr lang="en-US" sz="1100" b="1" i="0" dirty="0">
              <a:solidFill>
                <a:srgbClr val="000000"/>
              </a:solidFill>
              <a:effectLst/>
              <a:latin typeface="Arimo"/>
            </a:endParaRPr>
          </a:p>
          <a:p>
            <a:pPr algn="just">
              <a:buFont typeface="Arial" panose="020B0604020202020204" pitchFamily="34" charset="0"/>
              <a:buChar char="•"/>
            </a:pPr>
            <a:r>
              <a:rPr lang="en-US" sz="1400" b="1" i="1" dirty="0">
                <a:solidFill>
                  <a:srgbClr val="000000"/>
                </a:solidFill>
                <a:effectLst/>
                <a:latin typeface="Calibri" panose="020F0502020204030204" pitchFamily="34" charset="0"/>
                <a:cs typeface="Calibri" panose="020F0502020204030204" pitchFamily="34" charset="0"/>
              </a:rPr>
              <a:t>It is a graphical representation for getting all the possible solutions to a problem/decision based on given conditions.</a:t>
            </a:r>
            <a:endParaRPr lang="en-US" sz="1400" b="0" i="0" dirty="0">
              <a:solidFill>
                <a:srgbClr val="000000"/>
              </a:solidFill>
              <a:effectLst/>
              <a:latin typeface="Calibri" panose="020F0502020204030204" pitchFamily="34" charset="0"/>
              <a:cs typeface="Calibri" panose="020F0502020204030204" pitchFamily="34" charset="0"/>
            </a:endParaRPr>
          </a:p>
          <a:p>
            <a:pPr algn="just">
              <a:buFont typeface="Arial" panose="020B0604020202020204" pitchFamily="34" charset="0"/>
              <a:buChar char="•"/>
            </a:pPr>
            <a:r>
              <a:rPr lang="en-US" sz="1400" b="0" i="0" dirty="0">
                <a:solidFill>
                  <a:srgbClr val="000000"/>
                </a:solidFill>
                <a:effectLst/>
                <a:latin typeface="Calibri" panose="020F0502020204030204" pitchFamily="34" charset="0"/>
                <a:cs typeface="Calibri" panose="020F0502020204030204" pitchFamily="34" charset="0"/>
              </a:rPr>
              <a:t>It is called a decision tree because similar to a tree, it starts with the root node, which expands on further branches and constructs a tree-like structure.</a:t>
            </a:r>
          </a:p>
          <a:p>
            <a:pPr marL="76200" indent="0">
              <a:buNone/>
            </a:pPr>
            <a:endParaRPr lang="en-US" sz="1400" b="1" u="sng"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3853" name="Google Shape;3853;p1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a:t>
            </a:fld>
            <a:endParaRPr dirty="0"/>
          </a:p>
        </p:txBody>
      </p:sp>
      <p:pic>
        <p:nvPicPr>
          <p:cNvPr id="3" name="Picture 2">
            <a:extLst>
              <a:ext uri="{FF2B5EF4-FFF2-40B4-BE49-F238E27FC236}">
                <a16:creationId xmlns:a16="http://schemas.microsoft.com/office/drawing/2014/main" id="{36FFB0BB-253E-717D-29CC-762447073803}"/>
              </a:ext>
            </a:extLst>
          </p:cNvPr>
          <p:cNvPicPr>
            <a:picLocks noChangeAspect="1"/>
          </p:cNvPicPr>
          <p:nvPr/>
        </p:nvPicPr>
        <p:blipFill>
          <a:blip r:embed="rId3"/>
          <a:stretch>
            <a:fillRect/>
          </a:stretch>
        </p:blipFill>
        <p:spPr>
          <a:xfrm>
            <a:off x="1650379" y="1543975"/>
            <a:ext cx="5070415" cy="17970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4</a:t>
            </a:fld>
            <a:endParaRPr lang="en"/>
          </a:p>
        </p:txBody>
      </p:sp>
      <p:sp>
        <p:nvSpPr>
          <p:cNvPr id="3" name="Google Shape;3851;p15"/>
          <p:cNvSpPr txBox="1">
            <a:spLocks/>
          </p:cNvSpPr>
          <p:nvPr/>
        </p:nvSpPr>
        <p:spPr>
          <a:xfrm>
            <a:off x="91531" y="121444"/>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CART are rule-based systems that construct an inference system based on which the output is determined.  </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In the example above, which aims to build a predictive model of mortgage defaulting, it can be seen that it is a problem of binary classification with three features (gender, age, income) and the decision tree has built a tree structure with test points and branches that have learned the inherent </a:t>
            </a:r>
            <a:r>
              <a:rPr lang="en-US" sz="1400" b="0" i="0" dirty="0" err="1">
                <a:solidFill>
                  <a:srgbClr val="000000"/>
                </a:solidFill>
                <a:effectLst/>
                <a:latin typeface="Calibri" panose="020F0502020204030204" pitchFamily="34" charset="0"/>
                <a:cs typeface="Calibri" panose="020F0502020204030204" pitchFamily="34" charset="0"/>
              </a:rPr>
              <a:t>behaviour</a:t>
            </a:r>
            <a:r>
              <a:rPr lang="en-US" sz="1400" b="0" i="0" dirty="0">
                <a:solidFill>
                  <a:srgbClr val="000000"/>
                </a:solidFill>
                <a:effectLst/>
                <a:latin typeface="Calibri" panose="020F0502020204030204" pitchFamily="34" charset="0"/>
                <a:cs typeface="Calibri" panose="020F0502020204030204" pitchFamily="34" charset="0"/>
              </a:rPr>
              <a:t> of customers based on the given dataset.</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The top </a:t>
            </a:r>
            <a:r>
              <a:rPr lang="en-US" sz="1400" b="1" i="0" dirty="0">
                <a:solidFill>
                  <a:srgbClr val="000000"/>
                </a:solidFill>
                <a:effectLst/>
                <a:latin typeface="Calibri" panose="020F0502020204030204" pitchFamily="34" charset="0"/>
                <a:cs typeface="Calibri" panose="020F0502020204030204" pitchFamily="34" charset="0"/>
              </a:rPr>
              <a:t>node</a:t>
            </a:r>
            <a:r>
              <a:rPr lang="en-US" sz="1400" b="0" i="0" dirty="0">
                <a:solidFill>
                  <a:srgbClr val="000000"/>
                </a:solidFill>
                <a:effectLst/>
                <a:latin typeface="Calibri" panose="020F0502020204030204" pitchFamily="34" charset="0"/>
                <a:cs typeface="Calibri" panose="020F0502020204030204" pitchFamily="34" charset="0"/>
              </a:rPr>
              <a:t> is referred to as the </a:t>
            </a:r>
            <a:r>
              <a:rPr lang="en-US" sz="1400" b="1" i="0" dirty="0">
                <a:solidFill>
                  <a:srgbClr val="000000"/>
                </a:solidFill>
                <a:effectLst/>
                <a:latin typeface="Calibri" panose="020F0502020204030204" pitchFamily="34" charset="0"/>
                <a:cs typeface="Calibri" panose="020F0502020204030204" pitchFamily="34" charset="0"/>
              </a:rPr>
              <a:t>root</a:t>
            </a:r>
            <a:r>
              <a:rPr lang="en-US" sz="1400" b="0" i="0" dirty="0">
                <a:solidFill>
                  <a:srgbClr val="000000"/>
                </a:solidFill>
                <a:effectLst/>
                <a:latin typeface="Calibri" panose="020F0502020204030204" pitchFamily="34" charset="0"/>
                <a:cs typeface="Calibri" panose="020F0502020204030204" pitchFamily="34" charset="0"/>
              </a:rPr>
              <a:t> and is the starting decision node. (i.e., Gender is Male or Female?). </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A </a:t>
            </a:r>
            <a:r>
              <a:rPr lang="en-US" sz="1400" b="1" i="0" dirty="0">
                <a:solidFill>
                  <a:srgbClr val="000000"/>
                </a:solidFill>
                <a:effectLst/>
                <a:latin typeface="Calibri" panose="020F0502020204030204" pitchFamily="34" charset="0"/>
                <a:cs typeface="Calibri" panose="020F0502020204030204" pitchFamily="34" charset="0"/>
              </a:rPr>
              <a:t>branch</a:t>
            </a:r>
            <a:r>
              <a:rPr lang="en-US" sz="1400" b="0" i="0" dirty="0">
                <a:solidFill>
                  <a:srgbClr val="000000"/>
                </a:solidFill>
                <a:effectLst/>
                <a:latin typeface="Calibri" panose="020F0502020204030204" pitchFamily="34" charset="0"/>
                <a:cs typeface="Calibri" panose="020F0502020204030204" pitchFamily="34" charset="0"/>
              </a:rPr>
              <a:t> is referred to as the outcome of a test. </a:t>
            </a:r>
          </a:p>
          <a:p>
            <a:pPr algn="just">
              <a:buFont typeface="Wingdings" panose="05000000000000000000" pitchFamily="2" charset="2"/>
              <a:buChar char="Ø"/>
            </a:pPr>
            <a:r>
              <a:rPr lang="en-US" sz="1400" b="1" i="0" dirty="0">
                <a:solidFill>
                  <a:srgbClr val="000000"/>
                </a:solidFill>
                <a:effectLst/>
                <a:latin typeface="Calibri" panose="020F0502020204030204" pitchFamily="34" charset="0"/>
                <a:cs typeface="Calibri" panose="020F0502020204030204" pitchFamily="34" charset="0"/>
              </a:rPr>
              <a:t>Internal nodes</a:t>
            </a:r>
            <a:r>
              <a:rPr lang="en-US" sz="1400" b="0" i="0" dirty="0">
                <a:solidFill>
                  <a:srgbClr val="000000"/>
                </a:solidFill>
                <a:effectLst/>
                <a:latin typeface="Calibri" panose="020F0502020204030204" pitchFamily="34" charset="0"/>
                <a:cs typeface="Calibri" panose="020F0502020204030204" pitchFamily="34" charset="0"/>
              </a:rPr>
              <a:t> are decision nodes based on which subsequent outcome results. </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The </a:t>
            </a:r>
            <a:r>
              <a:rPr lang="en-US" sz="1400" b="1" i="0" dirty="0">
                <a:solidFill>
                  <a:srgbClr val="000000"/>
                </a:solidFill>
                <a:effectLst/>
                <a:latin typeface="Calibri" panose="020F0502020204030204" pitchFamily="34" charset="0"/>
                <a:cs typeface="Calibri" panose="020F0502020204030204" pitchFamily="34" charset="0"/>
              </a:rPr>
              <a:t>depth</a:t>
            </a:r>
            <a:r>
              <a:rPr lang="en-US" sz="1400" b="0" i="0" dirty="0">
                <a:solidFill>
                  <a:srgbClr val="000000"/>
                </a:solidFill>
                <a:effectLst/>
                <a:latin typeface="Calibri" panose="020F0502020204030204" pitchFamily="34" charset="0"/>
                <a:cs typeface="Calibri" panose="020F0502020204030204" pitchFamily="34" charset="0"/>
              </a:rPr>
              <a:t> of a node is the minimum number of steps it takes to reach it from the root node. </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The </a:t>
            </a:r>
            <a:r>
              <a:rPr lang="en-US" sz="1400" b="1" i="0" dirty="0">
                <a:solidFill>
                  <a:srgbClr val="000000"/>
                </a:solidFill>
                <a:effectLst/>
                <a:latin typeface="Calibri" panose="020F0502020204030204" pitchFamily="34" charset="0"/>
                <a:cs typeface="Calibri" panose="020F0502020204030204" pitchFamily="34" charset="0"/>
              </a:rPr>
              <a:t>leaf nodes</a:t>
            </a:r>
            <a:r>
              <a:rPr lang="en-US" sz="1400" b="0" i="0" dirty="0">
                <a:solidFill>
                  <a:srgbClr val="000000"/>
                </a:solidFill>
                <a:effectLst/>
                <a:latin typeface="Calibri" panose="020F0502020204030204" pitchFamily="34" charset="0"/>
                <a:cs typeface="Calibri" panose="020F0502020204030204" pitchFamily="34" charset="0"/>
              </a:rPr>
              <a:t> are the end of the last branches on the tree which determine the output (class label or regression value).</a:t>
            </a:r>
          </a:p>
          <a:p>
            <a:pPr algn="just">
              <a:buFont typeface="Wingdings" panose="05000000000000000000" pitchFamily="2" charset="2"/>
              <a:buChar char="Ø"/>
            </a:pPr>
            <a:endParaRPr lang="en-GB" sz="1400" b="1" u="sng"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62363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5</a:t>
            </a:fld>
            <a:endParaRPr lang="en"/>
          </a:p>
        </p:txBody>
      </p:sp>
      <p:sp>
        <p:nvSpPr>
          <p:cNvPr id="3" name="Google Shape;3851;p15"/>
          <p:cNvSpPr txBox="1">
            <a:spLocks/>
          </p:cNvSpPr>
          <p:nvPr/>
        </p:nvSpPr>
        <p:spPr>
          <a:xfrm>
            <a:off x="91531" y="121444"/>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marL="76200" indent="0" algn="just">
              <a:buNone/>
            </a:pPr>
            <a:r>
              <a:rPr lang="en-US" sz="1600" b="1" i="0" dirty="0">
                <a:solidFill>
                  <a:srgbClr val="FF0000"/>
                </a:solidFill>
                <a:effectLst/>
                <a:latin typeface="Times New Roman" panose="02020603050405020304" pitchFamily="18" charset="0"/>
                <a:cs typeface="Times New Roman" panose="02020603050405020304" pitchFamily="18" charset="0"/>
              </a:rPr>
              <a:t>Why use Decision Trees?</a:t>
            </a:r>
          </a:p>
          <a:p>
            <a:pPr marL="76200" indent="0" algn="just">
              <a:buNone/>
            </a:pPr>
            <a:r>
              <a:rPr lang="en-US" sz="1400" b="0" i="0" dirty="0">
                <a:solidFill>
                  <a:srgbClr val="333333"/>
                </a:solidFill>
                <a:effectLst/>
                <a:latin typeface="Calibri" panose="020F0502020204030204" pitchFamily="34" charset="0"/>
                <a:cs typeface="Calibri" panose="020F0502020204030204" pitchFamily="34" charset="0"/>
              </a:rPr>
              <a:t>There are various algorithms in Machine learning, so choosing the best algorithm for the given dataset and problem is the main point to remember while creating a machine learning model. Below are the two reasons for using the Decision tree:</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Decision Trees usually mimic human thinking ability while making a decision, so it is easy to understand.</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The logic behind the decision tree can be easily understood because it shows a tree-like structure.</a:t>
            </a:r>
          </a:p>
          <a:p>
            <a:pPr marL="76200" indent="0" algn="just">
              <a:buNone/>
            </a:pPr>
            <a:endParaRPr lang="en-US" sz="1400" dirty="0">
              <a:solidFill>
                <a:srgbClr val="000000"/>
              </a:solidFill>
              <a:latin typeface="Calibri" panose="020F0502020204030204" pitchFamily="34" charset="0"/>
              <a:cs typeface="Calibri" panose="020F0502020204030204" pitchFamily="34" charset="0"/>
            </a:endParaRPr>
          </a:p>
          <a:p>
            <a:pPr marL="76200" indent="0" algn="just">
              <a:buNone/>
            </a:pPr>
            <a:r>
              <a:rPr lang="en-US" sz="1600" b="1" i="0" dirty="0">
                <a:solidFill>
                  <a:srgbClr val="FF0000"/>
                </a:solidFill>
                <a:effectLst/>
                <a:latin typeface="Times New Roman" panose="02020603050405020304" pitchFamily="18" charset="0"/>
                <a:cs typeface="Times New Roman" panose="02020603050405020304" pitchFamily="18" charset="0"/>
              </a:rPr>
              <a:t>How does the Decision Tree algorithm Work?</a:t>
            </a:r>
            <a:endParaRPr lang="en-US" sz="1600" b="0" i="0" dirty="0">
              <a:solidFill>
                <a:srgbClr val="FF0000"/>
              </a:solidFill>
              <a:effectLst/>
              <a:latin typeface="Times New Roman" panose="02020603050405020304" pitchFamily="18" charset="0"/>
              <a:cs typeface="Times New Roman" panose="02020603050405020304" pitchFamily="18" charset="0"/>
            </a:endParaRPr>
          </a:p>
          <a:p>
            <a:pPr algn="just"/>
            <a:r>
              <a:rPr lang="en-US" sz="1400" b="0" i="0" dirty="0">
                <a:solidFill>
                  <a:srgbClr val="333333"/>
                </a:solidFill>
                <a:effectLst/>
                <a:latin typeface="Calibri" panose="020F0502020204030204" pitchFamily="34" charset="0"/>
                <a:cs typeface="Calibri" panose="020F0502020204030204" pitchFamily="34" charset="0"/>
              </a:rPr>
              <a:t>In a decision tree, for predicting the class of the given dataset, the algorithm starts from the root node of the tree. This algorithm compares the values of the root attribute with the record (real dataset) attribute and based on the comparison, follows the branch and jumps to the next node.</a:t>
            </a:r>
          </a:p>
          <a:p>
            <a:pPr algn="just"/>
            <a:r>
              <a:rPr lang="en-US" sz="1400" b="0" i="0" dirty="0">
                <a:solidFill>
                  <a:srgbClr val="333333"/>
                </a:solidFill>
                <a:effectLst/>
                <a:latin typeface="Calibri" panose="020F0502020204030204" pitchFamily="34" charset="0"/>
                <a:cs typeface="Calibri" panose="020F0502020204030204" pitchFamily="34" charset="0"/>
              </a:rPr>
              <a:t>For the next node, the algorithm again compares the attribute value with the other sub-nodes and moves further. It continues the process until it reaches the leaf node of the tree. The complete process can be better understood using the below algorithm:</a:t>
            </a:r>
          </a:p>
          <a:p>
            <a:pPr marL="76200" indent="0" algn="just">
              <a:buNone/>
            </a:pPr>
            <a:endParaRPr lang="en-US" sz="1400" b="0" i="0" dirty="0">
              <a:solidFill>
                <a:srgbClr val="000000"/>
              </a:solidFill>
              <a:effectLst/>
              <a:latin typeface="Calibri" panose="020F0502020204030204" pitchFamily="34" charset="0"/>
              <a:cs typeface="Calibri" panose="020F0502020204030204" pitchFamily="34" charset="0"/>
            </a:endParaRPr>
          </a:p>
          <a:p>
            <a:pPr marL="76200" indent="0" algn="just">
              <a:buNone/>
            </a:pPr>
            <a:endParaRPr lang="en-GB" sz="1400" b="1" u="sng"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25506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6</a:t>
            </a:fld>
            <a:endParaRPr lang="en"/>
          </a:p>
        </p:txBody>
      </p:sp>
      <p:sp>
        <p:nvSpPr>
          <p:cNvPr id="3" name="Google Shape;3851;p15"/>
          <p:cNvSpPr txBox="1">
            <a:spLocks/>
          </p:cNvSpPr>
          <p:nvPr/>
        </p:nvSpPr>
        <p:spPr>
          <a:xfrm>
            <a:off x="91531" y="121444"/>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algn="just">
              <a:buFont typeface="Arial" panose="020B0604020202020204" pitchFamily="34" charset="0"/>
              <a:buChar char="•"/>
            </a:pPr>
            <a:r>
              <a:rPr lang="en-US" sz="1400" b="1" i="0" dirty="0">
                <a:solidFill>
                  <a:srgbClr val="000000"/>
                </a:solidFill>
                <a:effectLst/>
                <a:latin typeface="Times New Roman" panose="02020603050405020304" pitchFamily="18" charset="0"/>
                <a:cs typeface="Times New Roman" panose="02020603050405020304" pitchFamily="18" charset="0"/>
              </a:rPr>
              <a:t>Step-1:</a:t>
            </a:r>
            <a:r>
              <a:rPr lang="en-US" sz="1400" b="0" i="0" dirty="0">
                <a:solidFill>
                  <a:srgbClr val="000000"/>
                </a:solidFill>
                <a:effectLst/>
                <a:latin typeface="Times New Roman" panose="02020603050405020304" pitchFamily="18" charset="0"/>
                <a:cs typeface="Times New Roman" panose="02020603050405020304" pitchFamily="18" charset="0"/>
              </a:rPr>
              <a:t> Begin the tree with the root node, says S, which contains the complete dataset.</a:t>
            </a:r>
          </a:p>
          <a:p>
            <a:pPr algn="just">
              <a:buFont typeface="Arial" panose="020B0604020202020204" pitchFamily="34" charset="0"/>
              <a:buChar char="•"/>
            </a:pPr>
            <a:r>
              <a:rPr lang="en-US" sz="1400" b="1" i="0" dirty="0">
                <a:solidFill>
                  <a:srgbClr val="000000"/>
                </a:solidFill>
                <a:effectLst/>
                <a:latin typeface="Times New Roman" panose="02020603050405020304" pitchFamily="18" charset="0"/>
                <a:cs typeface="Times New Roman" panose="02020603050405020304" pitchFamily="18" charset="0"/>
              </a:rPr>
              <a:t> Step 2:</a:t>
            </a:r>
            <a:r>
              <a:rPr lang="en-US" sz="1400" b="0" i="0" dirty="0">
                <a:solidFill>
                  <a:srgbClr val="000000"/>
                </a:solidFill>
                <a:effectLst/>
                <a:latin typeface="Times New Roman" panose="02020603050405020304" pitchFamily="18" charset="0"/>
                <a:cs typeface="Times New Roman" panose="02020603050405020304" pitchFamily="18" charset="0"/>
              </a:rPr>
              <a:t> Find the best attribute in the dataset using the </a:t>
            </a:r>
            <a:r>
              <a:rPr lang="en-US" sz="1400" b="1" i="0" dirty="0">
                <a:solidFill>
                  <a:srgbClr val="000000"/>
                </a:solidFill>
                <a:effectLst/>
                <a:latin typeface="Times New Roman" panose="02020603050405020304" pitchFamily="18" charset="0"/>
                <a:cs typeface="Times New Roman" panose="02020603050405020304" pitchFamily="18" charset="0"/>
              </a:rPr>
              <a:t>Attribute Selection Measure (ASM).</a:t>
            </a:r>
            <a:endParaRPr lang="en-US" sz="1400" b="0" i="0" dirty="0">
              <a:solidFill>
                <a:srgbClr val="00000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400" b="1" i="0" dirty="0">
                <a:solidFill>
                  <a:srgbClr val="000000"/>
                </a:solidFill>
                <a:effectLst/>
                <a:latin typeface="Times New Roman" panose="02020603050405020304" pitchFamily="18" charset="0"/>
                <a:cs typeface="Times New Roman" panose="02020603050405020304" pitchFamily="18" charset="0"/>
              </a:rPr>
              <a:t> Step 3:</a:t>
            </a:r>
            <a:r>
              <a:rPr lang="en-US" sz="1400" b="0" i="0" dirty="0">
                <a:solidFill>
                  <a:srgbClr val="000000"/>
                </a:solidFill>
                <a:effectLst/>
                <a:latin typeface="Times New Roman" panose="02020603050405020304" pitchFamily="18" charset="0"/>
                <a:cs typeface="Times New Roman" panose="02020603050405020304" pitchFamily="18" charset="0"/>
              </a:rPr>
              <a:t> Divide the S into subsets that contain possible values for the best attributes.</a:t>
            </a:r>
          </a:p>
          <a:p>
            <a:pPr algn="just">
              <a:buFont typeface="Arial" panose="020B0604020202020204" pitchFamily="34" charset="0"/>
              <a:buChar char="•"/>
            </a:pPr>
            <a:r>
              <a:rPr lang="en-US" sz="1400" b="1" i="0" dirty="0">
                <a:solidFill>
                  <a:srgbClr val="000000"/>
                </a:solidFill>
                <a:effectLst/>
                <a:latin typeface="Times New Roman" panose="02020603050405020304" pitchFamily="18" charset="0"/>
                <a:cs typeface="Times New Roman" panose="02020603050405020304" pitchFamily="18" charset="0"/>
              </a:rPr>
              <a:t> Step 4:</a:t>
            </a:r>
            <a:r>
              <a:rPr lang="en-US" sz="1400" b="0" i="0" dirty="0">
                <a:solidFill>
                  <a:srgbClr val="000000"/>
                </a:solidFill>
                <a:effectLst/>
                <a:latin typeface="Times New Roman" panose="02020603050405020304" pitchFamily="18" charset="0"/>
                <a:cs typeface="Times New Roman" panose="02020603050405020304" pitchFamily="18" charset="0"/>
              </a:rPr>
              <a:t> Generate the decision tree node, which contains the best attribute.</a:t>
            </a:r>
          </a:p>
          <a:p>
            <a:pPr algn="just">
              <a:buFont typeface="Arial" panose="020B0604020202020204" pitchFamily="34" charset="0"/>
              <a:buChar char="•"/>
            </a:pPr>
            <a:r>
              <a:rPr lang="en-US" sz="1400" b="1" i="0" dirty="0">
                <a:solidFill>
                  <a:srgbClr val="000000"/>
                </a:solidFill>
                <a:effectLst/>
                <a:latin typeface="Times New Roman" panose="02020603050405020304" pitchFamily="18" charset="0"/>
                <a:cs typeface="Times New Roman" panose="02020603050405020304" pitchFamily="18" charset="0"/>
              </a:rPr>
              <a:t>Step-5:</a:t>
            </a:r>
            <a:r>
              <a:rPr lang="en-US" sz="1400" b="0" i="0" dirty="0">
                <a:solidFill>
                  <a:srgbClr val="000000"/>
                </a:solidFill>
                <a:effectLst/>
                <a:latin typeface="Times New Roman" panose="02020603050405020304" pitchFamily="18" charset="0"/>
                <a:cs typeface="Times New Roman" panose="02020603050405020304" pitchFamily="18" charset="0"/>
              </a:rPr>
              <a:t> Recursively make new decision trees using the subsets of the dataset created in step -3. Continue this process until a stage is reached where you cannot further classify the nodes and called the final node as a leaf node.</a:t>
            </a:r>
          </a:p>
          <a:p>
            <a:pPr algn="just">
              <a:buFont typeface="Arial" panose="020B0604020202020204" pitchFamily="34" charset="0"/>
              <a:buChar char="•"/>
            </a:pPr>
            <a:endParaRPr lang="en-US" sz="1400" dirty="0">
              <a:solidFill>
                <a:srgbClr val="000000"/>
              </a:solidFill>
              <a:latin typeface="Times New Roman" panose="02020603050405020304" pitchFamily="18" charset="0"/>
              <a:cs typeface="Times New Roman" panose="02020603050405020304" pitchFamily="18" charset="0"/>
            </a:endParaRPr>
          </a:p>
          <a:p>
            <a:pPr marL="76200" indent="0" algn="just">
              <a:buNone/>
            </a:pPr>
            <a:r>
              <a:rPr lang="en-US" sz="1600" b="1" i="0" dirty="0">
                <a:solidFill>
                  <a:srgbClr val="FF0000"/>
                </a:solidFill>
                <a:effectLst/>
                <a:latin typeface="Times New Roman" panose="02020603050405020304" pitchFamily="18" charset="0"/>
                <a:cs typeface="Times New Roman" panose="02020603050405020304" pitchFamily="18" charset="0"/>
              </a:rPr>
              <a:t>Advantages of the Decision Tree</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It is simple to understand as it follows the same process that a human follows while making any decision in real life.</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It can be very useful for solving decision-related problems.</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It helps to think about all the possible outcomes of a problem.</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There is less requirement for data cleaning compared to other algorithms.</a:t>
            </a:r>
          </a:p>
          <a:p>
            <a:pPr marL="76200" indent="0" algn="just">
              <a:buNone/>
            </a:pPr>
            <a:endParaRPr lang="en-US" sz="1400" b="0" i="0" dirty="0">
              <a:solidFill>
                <a:srgbClr val="000000"/>
              </a:solidFill>
              <a:effectLst/>
              <a:latin typeface="Times New Roman" panose="02020603050405020304" pitchFamily="18" charset="0"/>
              <a:cs typeface="Times New Roman" panose="02020603050405020304" pitchFamily="18" charset="0"/>
            </a:endParaRPr>
          </a:p>
          <a:p>
            <a:pPr marL="76200" indent="0" algn="just">
              <a:buNone/>
            </a:pPr>
            <a:endParaRPr lang="en-GB" sz="1400" b="1" u="sng"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48696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7</a:t>
            </a:fld>
            <a:endParaRPr lang="en"/>
          </a:p>
        </p:txBody>
      </p:sp>
      <p:sp>
        <p:nvSpPr>
          <p:cNvPr id="3" name="Google Shape;3851;p15"/>
          <p:cNvSpPr txBox="1">
            <a:spLocks/>
          </p:cNvSpPr>
          <p:nvPr/>
        </p:nvSpPr>
        <p:spPr>
          <a:xfrm>
            <a:off x="91531" y="121444"/>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algn="just">
              <a:buFont typeface="Arial" panose="020B0604020202020204" pitchFamily="34" charset="0"/>
              <a:buChar char="•"/>
            </a:pPr>
            <a:r>
              <a:rPr lang="en-US" sz="1400" b="1" i="0" dirty="0">
                <a:solidFill>
                  <a:srgbClr val="000000"/>
                </a:solidFill>
                <a:effectLst/>
                <a:latin typeface="Times New Roman" panose="02020603050405020304" pitchFamily="18" charset="0"/>
                <a:cs typeface="Times New Roman" panose="02020603050405020304" pitchFamily="18" charset="0"/>
              </a:rPr>
              <a:t>Step-1:</a:t>
            </a:r>
            <a:r>
              <a:rPr lang="en-US" sz="1400" b="0" i="0" dirty="0">
                <a:solidFill>
                  <a:srgbClr val="000000"/>
                </a:solidFill>
                <a:effectLst/>
                <a:latin typeface="Times New Roman" panose="02020603050405020304" pitchFamily="18" charset="0"/>
                <a:cs typeface="Times New Roman" panose="02020603050405020304" pitchFamily="18" charset="0"/>
              </a:rPr>
              <a:t> Begin the tree with the root node, says S, which contains the complete dataset.</a:t>
            </a:r>
          </a:p>
          <a:p>
            <a:pPr algn="just">
              <a:buFont typeface="Arial" panose="020B0604020202020204" pitchFamily="34" charset="0"/>
              <a:buChar char="•"/>
            </a:pPr>
            <a:r>
              <a:rPr lang="en-US" sz="1400" b="1" i="0" dirty="0">
                <a:solidFill>
                  <a:srgbClr val="000000"/>
                </a:solidFill>
                <a:effectLst/>
                <a:latin typeface="Times New Roman" panose="02020603050405020304" pitchFamily="18" charset="0"/>
                <a:cs typeface="Times New Roman" panose="02020603050405020304" pitchFamily="18" charset="0"/>
              </a:rPr>
              <a:t> Step 2:</a:t>
            </a:r>
            <a:r>
              <a:rPr lang="en-US" sz="1400" b="0" i="0" dirty="0">
                <a:solidFill>
                  <a:srgbClr val="000000"/>
                </a:solidFill>
                <a:effectLst/>
                <a:latin typeface="Times New Roman" panose="02020603050405020304" pitchFamily="18" charset="0"/>
                <a:cs typeface="Times New Roman" panose="02020603050405020304" pitchFamily="18" charset="0"/>
              </a:rPr>
              <a:t> Find the best attribute in the dataset using the </a:t>
            </a:r>
            <a:r>
              <a:rPr lang="en-US" sz="1400" b="1" i="0" dirty="0">
                <a:solidFill>
                  <a:srgbClr val="000000"/>
                </a:solidFill>
                <a:effectLst/>
                <a:latin typeface="Times New Roman" panose="02020603050405020304" pitchFamily="18" charset="0"/>
                <a:cs typeface="Times New Roman" panose="02020603050405020304" pitchFamily="18" charset="0"/>
              </a:rPr>
              <a:t>Attribute Selection Measure (ASM).</a:t>
            </a:r>
            <a:endParaRPr lang="en-US" sz="1400" b="0" i="0" dirty="0">
              <a:solidFill>
                <a:srgbClr val="000000"/>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400" b="1" i="0" dirty="0">
                <a:solidFill>
                  <a:srgbClr val="000000"/>
                </a:solidFill>
                <a:effectLst/>
                <a:latin typeface="Times New Roman" panose="02020603050405020304" pitchFamily="18" charset="0"/>
                <a:cs typeface="Times New Roman" panose="02020603050405020304" pitchFamily="18" charset="0"/>
              </a:rPr>
              <a:t> Step 3:</a:t>
            </a:r>
            <a:r>
              <a:rPr lang="en-US" sz="1400" b="0" i="0" dirty="0">
                <a:solidFill>
                  <a:srgbClr val="000000"/>
                </a:solidFill>
                <a:effectLst/>
                <a:latin typeface="Times New Roman" panose="02020603050405020304" pitchFamily="18" charset="0"/>
                <a:cs typeface="Times New Roman" panose="02020603050405020304" pitchFamily="18" charset="0"/>
              </a:rPr>
              <a:t> Divide the S into subsets that contain possible values for the best attributes.</a:t>
            </a:r>
          </a:p>
          <a:p>
            <a:pPr algn="just">
              <a:buFont typeface="Arial" panose="020B0604020202020204" pitchFamily="34" charset="0"/>
              <a:buChar char="•"/>
            </a:pPr>
            <a:r>
              <a:rPr lang="en-US" sz="1400" b="1" i="0" dirty="0">
                <a:solidFill>
                  <a:srgbClr val="000000"/>
                </a:solidFill>
                <a:effectLst/>
                <a:latin typeface="Times New Roman" panose="02020603050405020304" pitchFamily="18" charset="0"/>
                <a:cs typeface="Times New Roman" panose="02020603050405020304" pitchFamily="18" charset="0"/>
              </a:rPr>
              <a:t> Step 4:</a:t>
            </a:r>
            <a:r>
              <a:rPr lang="en-US" sz="1400" b="0" i="0" dirty="0">
                <a:solidFill>
                  <a:srgbClr val="000000"/>
                </a:solidFill>
                <a:effectLst/>
                <a:latin typeface="Times New Roman" panose="02020603050405020304" pitchFamily="18" charset="0"/>
                <a:cs typeface="Times New Roman" panose="02020603050405020304" pitchFamily="18" charset="0"/>
              </a:rPr>
              <a:t> Generate the decision tree node, which contains the best attribute.</a:t>
            </a:r>
          </a:p>
          <a:p>
            <a:pPr algn="just">
              <a:buFont typeface="Arial" panose="020B0604020202020204" pitchFamily="34" charset="0"/>
              <a:buChar char="•"/>
            </a:pPr>
            <a:r>
              <a:rPr lang="en-US" sz="1400" b="1" i="0" dirty="0">
                <a:solidFill>
                  <a:srgbClr val="000000"/>
                </a:solidFill>
                <a:effectLst/>
                <a:latin typeface="Times New Roman" panose="02020603050405020304" pitchFamily="18" charset="0"/>
                <a:cs typeface="Times New Roman" panose="02020603050405020304" pitchFamily="18" charset="0"/>
              </a:rPr>
              <a:t>Step-5:</a:t>
            </a:r>
            <a:r>
              <a:rPr lang="en-US" sz="1400" b="0" i="0" dirty="0">
                <a:solidFill>
                  <a:srgbClr val="000000"/>
                </a:solidFill>
                <a:effectLst/>
                <a:latin typeface="Times New Roman" panose="02020603050405020304" pitchFamily="18" charset="0"/>
                <a:cs typeface="Times New Roman" panose="02020603050405020304" pitchFamily="18" charset="0"/>
              </a:rPr>
              <a:t> Recursively make new decision trees using the subsets of the dataset created in step -3. Continue this process until a stage is reached where you cannot further classify the nodes and called the final node as a leaf node.</a:t>
            </a:r>
          </a:p>
          <a:p>
            <a:pPr algn="just">
              <a:buFont typeface="Arial" panose="020B0604020202020204" pitchFamily="34" charset="0"/>
              <a:buChar char="•"/>
            </a:pPr>
            <a:endParaRPr lang="en-US" sz="1400" dirty="0">
              <a:solidFill>
                <a:srgbClr val="000000"/>
              </a:solidFill>
              <a:latin typeface="Times New Roman" panose="02020603050405020304" pitchFamily="18" charset="0"/>
              <a:cs typeface="Times New Roman" panose="02020603050405020304" pitchFamily="18" charset="0"/>
            </a:endParaRPr>
          </a:p>
          <a:p>
            <a:pPr marL="76200" indent="0" algn="just">
              <a:buNone/>
            </a:pPr>
            <a:r>
              <a:rPr lang="en-US" sz="1600" b="1" i="0" dirty="0">
                <a:solidFill>
                  <a:srgbClr val="FF0000"/>
                </a:solidFill>
                <a:effectLst/>
                <a:latin typeface="Times New Roman" panose="02020603050405020304" pitchFamily="18" charset="0"/>
                <a:cs typeface="Times New Roman" panose="02020603050405020304" pitchFamily="18" charset="0"/>
              </a:rPr>
              <a:t>Advantages of the Decision Tree</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It is simple to understand as it follows the same process that a human follows while making any decision in real life.</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It can be very useful for solving decision-related problems.</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It helps to think about all the possible outcomes of a problem.</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There is less requirement for data cleaning compared to other algorithms.</a:t>
            </a:r>
          </a:p>
          <a:p>
            <a:pPr marL="76200" indent="0" algn="just">
              <a:buNone/>
            </a:pPr>
            <a:endParaRPr lang="en-US" sz="1400" b="0" i="0" dirty="0">
              <a:solidFill>
                <a:srgbClr val="000000"/>
              </a:solidFill>
              <a:effectLst/>
              <a:latin typeface="Times New Roman" panose="02020603050405020304" pitchFamily="18" charset="0"/>
              <a:cs typeface="Times New Roman" panose="02020603050405020304" pitchFamily="18" charset="0"/>
            </a:endParaRPr>
          </a:p>
          <a:p>
            <a:pPr marL="76200" indent="0" algn="just">
              <a:buNone/>
            </a:pPr>
            <a:endParaRPr lang="en-GB" sz="1400" b="1" u="sng"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06960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8</a:t>
            </a:fld>
            <a:endParaRPr lang="en"/>
          </a:p>
        </p:txBody>
      </p:sp>
      <p:sp>
        <p:nvSpPr>
          <p:cNvPr id="3" name="Google Shape;3851;p15"/>
          <p:cNvSpPr txBox="1">
            <a:spLocks/>
          </p:cNvSpPr>
          <p:nvPr/>
        </p:nvSpPr>
        <p:spPr>
          <a:xfrm>
            <a:off x="91531" y="121444"/>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marL="76200" indent="0" algn="just">
              <a:buNone/>
            </a:pPr>
            <a:r>
              <a:rPr lang="en-US" sz="1600" b="1" i="0" dirty="0">
                <a:solidFill>
                  <a:srgbClr val="FF0000"/>
                </a:solidFill>
                <a:effectLst/>
                <a:latin typeface="Times New Roman" panose="02020603050405020304" pitchFamily="18" charset="0"/>
                <a:cs typeface="Times New Roman" panose="02020603050405020304" pitchFamily="18" charset="0"/>
              </a:rPr>
              <a:t>Disadvantages of the Decision Tree</a:t>
            </a:r>
          </a:p>
          <a:p>
            <a:pPr algn="just">
              <a:buFont typeface="Wingdings" panose="05000000000000000000" pitchFamily="2" charset="2"/>
              <a:buChar char="Ø"/>
            </a:pPr>
            <a:r>
              <a:rPr lang="en-US" sz="1400" b="0" i="0" dirty="0">
                <a:solidFill>
                  <a:srgbClr val="000000"/>
                </a:solidFill>
                <a:effectLst/>
                <a:latin typeface="Times New Roman" panose="02020603050405020304" pitchFamily="18" charset="0"/>
                <a:cs typeface="Times New Roman" panose="02020603050405020304" pitchFamily="18" charset="0"/>
              </a:rPr>
              <a:t>The decision tree contains lots of layers, which makes it complex.</a:t>
            </a:r>
          </a:p>
          <a:p>
            <a:pPr algn="just">
              <a:buFont typeface="Wingdings" panose="05000000000000000000" pitchFamily="2" charset="2"/>
              <a:buChar char="Ø"/>
            </a:pPr>
            <a:r>
              <a:rPr lang="en-US" sz="1400" b="0" i="0" dirty="0">
                <a:solidFill>
                  <a:srgbClr val="000000"/>
                </a:solidFill>
                <a:effectLst/>
                <a:latin typeface="Times New Roman" panose="02020603050405020304" pitchFamily="18" charset="0"/>
                <a:cs typeface="Times New Roman" panose="02020603050405020304" pitchFamily="18" charset="0"/>
              </a:rPr>
              <a:t>It may have an overfitting issue, which can be resolved using the </a:t>
            </a:r>
            <a:r>
              <a:rPr lang="en-US" sz="1400" b="1" i="0" dirty="0">
                <a:solidFill>
                  <a:srgbClr val="000000"/>
                </a:solidFill>
                <a:effectLst/>
                <a:latin typeface="Times New Roman" panose="02020603050405020304" pitchFamily="18" charset="0"/>
                <a:cs typeface="Times New Roman" panose="02020603050405020304" pitchFamily="18" charset="0"/>
              </a:rPr>
              <a:t>Random Forest algorithm.</a:t>
            </a:r>
            <a:endParaRPr lang="en-US" sz="1400" b="0" i="0" dirty="0">
              <a:solidFill>
                <a:srgbClr val="000000"/>
              </a:solidFill>
              <a:effectLst/>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400" b="0" i="0" dirty="0">
                <a:solidFill>
                  <a:srgbClr val="000000"/>
                </a:solidFill>
                <a:effectLst/>
                <a:latin typeface="Times New Roman" panose="02020603050405020304" pitchFamily="18" charset="0"/>
                <a:cs typeface="Times New Roman" panose="02020603050405020304" pitchFamily="18" charset="0"/>
              </a:rPr>
              <a:t>For more class labels, the computational complexity of the decision tree may increase.</a:t>
            </a:r>
          </a:p>
          <a:p>
            <a:pPr marL="76200" indent="0" algn="just">
              <a:buNone/>
            </a:pPr>
            <a:endParaRPr lang="en-GB" sz="1400" b="1" u="sng"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86452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9</a:t>
            </a:fld>
            <a:endParaRPr lang="en"/>
          </a:p>
        </p:txBody>
      </p:sp>
      <p:sp>
        <p:nvSpPr>
          <p:cNvPr id="3" name="Google Shape;3851;p15"/>
          <p:cNvSpPr txBox="1">
            <a:spLocks/>
          </p:cNvSpPr>
          <p:nvPr/>
        </p:nvSpPr>
        <p:spPr>
          <a:xfrm>
            <a:off x="91531" y="121444"/>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marL="76200" indent="0" algn="ctr">
              <a:buNone/>
            </a:pPr>
            <a:r>
              <a:rPr lang="en-US" sz="1600" b="1" i="0" u="sng" dirty="0">
                <a:solidFill>
                  <a:srgbClr val="37474F"/>
                </a:solidFill>
                <a:effectLst/>
                <a:latin typeface="Times New Roman" panose="02020603050405020304" pitchFamily="18" charset="0"/>
                <a:cs typeface="Times New Roman" panose="02020603050405020304" pitchFamily="18" charset="0"/>
              </a:rPr>
              <a:t>TRAINING A DECISION TREE</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The first step in constructing a decision tree is to select the most informative attribute generally performed using </a:t>
            </a:r>
            <a:r>
              <a:rPr lang="en-US" sz="1400" b="1" i="0" dirty="0">
                <a:solidFill>
                  <a:srgbClr val="000000"/>
                </a:solidFill>
                <a:effectLst/>
                <a:latin typeface="Calibri" panose="020F0502020204030204" pitchFamily="34" charset="0"/>
                <a:cs typeface="Calibri" panose="020F0502020204030204" pitchFamily="34" charset="0"/>
              </a:rPr>
              <a:t>entropy</a:t>
            </a:r>
            <a:r>
              <a:rPr lang="en-US" sz="1400" b="0" i="0" dirty="0">
                <a:solidFill>
                  <a:srgbClr val="000000"/>
                </a:solidFill>
                <a:effectLst/>
                <a:latin typeface="Calibri" panose="020F0502020204030204" pitchFamily="34" charset="0"/>
                <a:cs typeface="Calibri" panose="020F0502020204030204" pitchFamily="34" charset="0"/>
              </a:rPr>
              <a:t> or </a:t>
            </a:r>
            <a:r>
              <a:rPr lang="en-US" sz="1400" b="1" i="0" dirty="0">
                <a:solidFill>
                  <a:srgbClr val="000000"/>
                </a:solidFill>
                <a:effectLst/>
                <a:latin typeface="Calibri" panose="020F0502020204030204" pitchFamily="34" charset="0"/>
                <a:cs typeface="Calibri" panose="020F0502020204030204" pitchFamily="34" charset="0"/>
              </a:rPr>
              <a:t>information gain </a:t>
            </a:r>
            <a:r>
              <a:rPr lang="en-US" sz="1400" b="0" i="0" dirty="0">
                <a:solidFill>
                  <a:srgbClr val="000000"/>
                </a:solidFill>
                <a:effectLst/>
                <a:latin typeface="Calibri" panose="020F0502020204030204" pitchFamily="34" charset="0"/>
                <a:cs typeface="Calibri" panose="020F0502020204030204" pitchFamily="34" charset="0"/>
              </a:rPr>
              <a:t>which have been previously discussed in the feature selection section. </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In the typical case of CART trees, the </a:t>
            </a:r>
            <a:r>
              <a:rPr lang="en-US" sz="1400" b="1" i="0" dirty="0">
                <a:solidFill>
                  <a:srgbClr val="000000"/>
                </a:solidFill>
                <a:effectLst/>
                <a:latin typeface="Calibri" panose="020F0502020204030204" pitchFamily="34" charset="0"/>
                <a:cs typeface="Calibri" panose="020F0502020204030204" pitchFamily="34" charset="0"/>
              </a:rPr>
              <a:t>Gini index</a:t>
            </a:r>
            <a:r>
              <a:rPr lang="en-US" sz="1400" b="0" i="0" dirty="0">
                <a:solidFill>
                  <a:srgbClr val="000000"/>
                </a:solidFill>
                <a:effectLst/>
                <a:latin typeface="Calibri" panose="020F0502020204030204" pitchFamily="34" charset="0"/>
                <a:cs typeface="Calibri" panose="020F0502020204030204" pitchFamily="34" charset="0"/>
              </a:rPr>
              <a:t> is used to test the </a:t>
            </a:r>
            <a:r>
              <a:rPr lang="en-US" sz="1400" b="1" i="0" dirty="0">
                <a:solidFill>
                  <a:srgbClr val="000000"/>
                </a:solidFill>
                <a:effectLst/>
                <a:latin typeface="Calibri" panose="020F0502020204030204" pitchFamily="34" charset="0"/>
                <a:cs typeface="Calibri" panose="020F0502020204030204" pitchFamily="34" charset="0"/>
              </a:rPr>
              <a:t>purity</a:t>
            </a:r>
            <a:r>
              <a:rPr lang="en-US" sz="1400" b="0" i="0" dirty="0">
                <a:solidFill>
                  <a:srgbClr val="000000"/>
                </a:solidFill>
                <a:effectLst/>
                <a:latin typeface="Calibri" panose="020F0502020204030204" pitchFamily="34" charset="0"/>
                <a:cs typeface="Calibri" panose="020F0502020204030204" pitchFamily="34" charset="0"/>
              </a:rPr>
              <a:t> or importance of a feature. Several other decision trees variant exist besides the CART model (ID3, C4.5, </a:t>
            </a:r>
            <a:r>
              <a:rPr lang="en-US" sz="1400" b="0" i="0" dirty="0" err="1">
                <a:solidFill>
                  <a:srgbClr val="000000"/>
                </a:solidFill>
                <a:effectLst/>
                <a:latin typeface="Calibri" panose="020F0502020204030204" pitchFamily="34" charset="0"/>
                <a:cs typeface="Calibri" panose="020F0502020204030204" pitchFamily="34" charset="0"/>
              </a:rPr>
              <a:t>etc</a:t>
            </a:r>
            <a:r>
              <a:rPr lang="en-US" sz="1400" b="0" i="0" dirty="0">
                <a:solidFill>
                  <a:srgbClr val="000000"/>
                </a:solidFill>
                <a:effectLst/>
                <a:latin typeface="Calibri" panose="020F0502020204030204" pitchFamily="34" charset="0"/>
                <a:cs typeface="Calibri" panose="020F0502020204030204" pitchFamily="34" charset="0"/>
              </a:rPr>
              <a:t>).</a:t>
            </a:r>
          </a:p>
          <a:p>
            <a:pPr algn="just">
              <a:buFont typeface="Wingdings" panose="05000000000000000000" pitchFamily="2" charset="2"/>
              <a:buChar char="Ø"/>
            </a:pPr>
            <a:endParaRPr lang="en-US" sz="1400" u="sng" dirty="0">
              <a:solidFill>
                <a:srgbClr val="000000"/>
              </a:solidFill>
              <a:latin typeface="Calibri" panose="020F0502020204030204" pitchFamily="34" charset="0"/>
              <a:cs typeface="Calibri" panose="020F0502020204030204" pitchFamily="34" charset="0"/>
            </a:endParaRPr>
          </a:p>
          <a:p>
            <a:pPr algn="just">
              <a:buFont typeface="Wingdings" panose="05000000000000000000" pitchFamily="2" charset="2"/>
              <a:buChar char="Ø"/>
            </a:pPr>
            <a:endParaRPr lang="en-US" sz="1400" b="1" i="0" u="sng" dirty="0">
              <a:solidFill>
                <a:srgbClr val="000000"/>
              </a:solidFill>
              <a:effectLst/>
              <a:latin typeface="Calibri" panose="020F0502020204030204" pitchFamily="34" charset="0"/>
              <a:cs typeface="Calibri" panose="020F0502020204030204" pitchFamily="34" charset="0"/>
            </a:endParaRPr>
          </a:p>
          <a:p>
            <a:pPr marL="76200" indent="0" algn="just">
              <a:buNone/>
            </a:pPr>
            <a:endParaRPr lang="en-US" sz="1100" b="0" i="0" dirty="0">
              <a:solidFill>
                <a:srgbClr val="000000"/>
              </a:solidFill>
              <a:effectLst/>
              <a:latin typeface="Arimo"/>
            </a:endParaRPr>
          </a:p>
          <a:p>
            <a:pPr marL="76200" indent="0" algn="ctr">
              <a:buNone/>
            </a:pPr>
            <a:r>
              <a:rPr lang="en-US" sz="1400" b="0" i="0" dirty="0">
                <a:solidFill>
                  <a:srgbClr val="FF0000"/>
                </a:solidFill>
                <a:effectLst/>
                <a:latin typeface="Calibri" panose="020F0502020204030204" pitchFamily="34" charset="0"/>
                <a:cs typeface="Calibri" panose="020F0502020204030204" pitchFamily="34" charset="0"/>
              </a:rPr>
              <a:t>where P(</a:t>
            </a:r>
            <a:r>
              <a:rPr lang="en-US" sz="1400" b="0" i="0" dirty="0" err="1">
                <a:solidFill>
                  <a:srgbClr val="FF0000"/>
                </a:solidFill>
                <a:effectLst/>
                <a:latin typeface="Calibri" panose="020F0502020204030204" pitchFamily="34" charset="0"/>
                <a:cs typeface="Calibri" panose="020F0502020204030204" pitchFamily="34" charset="0"/>
              </a:rPr>
              <a:t>i|x</a:t>
            </a:r>
            <a:r>
              <a:rPr lang="en-US" sz="1400" b="0" i="0" dirty="0">
                <a:solidFill>
                  <a:srgbClr val="FF0000"/>
                </a:solidFill>
                <a:effectLst/>
                <a:latin typeface="Calibri" panose="020F0502020204030204" pitchFamily="34" charset="0"/>
                <a:cs typeface="Calibri" panose="020F0502020204030204" pitchFamily="34" charset="0"/>
              </a:rPr>
              <a:t>)  is the probability that the feature x belongs to the class </a:t>
            </a:r>
            <a:r>
              <a:rPr lang="en-US" sz="1400" b="0" i="0" dirty="0" err="1">
                <a:solidFill>
                  <a:srgbClr val="FF0000"/>
                </a:solidFill>
                <a:effectLst/>
                <a:latin typeface="Calibri" panose="020F0502020204030204" pitchFamily="34" charset="0"/>
                <a:cs typeface="Calibri" panose="020F0502020204030204" pitchFamily="34" charset="0"/>
              </a:rPr>
              <a:t>i</a:t>
            </a:r>
            <a:r>
              <a:rPr lang="en-US" sz="1400" b="0" i="0" dirty="0">
                <a:solidFill>
                  <a:srgbClr val="FF0000"/>
                </a:solidFill>
                <a:effectLst/>
                <a:latin typeface="Calibri" panose="020F0502020204030204" pitchFamily="34" charset="0"/>
                <a:cs typeface="Calibri" panose="020F0502020204030204" pitchFamily="34" charset="0"/>
              </a:rPr>
              <a:t> and j is the number of classes in the label. The lower the Gini index, the more informative the feature. Given the ranking score, decision-building proceeds by</a:t>
            </a:r>
            <a:endParaRPr lang="en-US" sz="1400" b="1" i="0" u="sng" dirty="0">
              <a:solidFill>
                <a:srgbClr val="FF0000"/>
              </a:solidFill>
              <a:effectLst/>
              <a:latin typeface="Calibri" panose="020F0502020204030204" pitchFamily="34" charset="0"/>
              <a:cs typeface="Calibri" panose="020F0502020204030204" pitchFamily="34" charset="0"/>
            </a:endParaRPr>
          </a:p>
          <a:p>
            <a:pPr marL="76200" indent="0" algn="just">
              <a:buNone/>
            </a:pPr>
            <a:endParaRPr lang="en-GB" sz="1400" b="1" u="sng"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43930042-E396-1C4D-4870-F6B01EC7EAB9}"/>
              </a:ext>
            </a:extLst>
          </p:cNvPr>
          <p:cNvPicPr>
            <a:picLocks noChangeAspect="1"/>
          </p:cNvPicPr>
          <p:nvPr/>
        </p:nvPicPr>
        <p:blipFill>
          <a:blip r:embed="rId2"/>
          <a:stretch>
            <a:fillRect/>
          </a:stretch>
        </p:blipFill>
        <p:spPr>
          <a:xfrm>
            <a:off x="2914418" y="1876328"/>
            <a:ext cx="3315163" cy="695422"/>
          </a:xfrm>
          <a:prstGeom prst="rect">
            <a:avLst/>
          </a:prstGeom>
        </p:spPr>
      </p:pic>
      <p:pic>
        <p:nvPicPr>
          <p:cNvPr id="7" name="Picture 6">
            <a:extLst>
              <a:ext uri="{FF2B5EF4-FFF2-40B4-BE49-F238E27FC236}">
                <a16:creationId xmlns:a16="http://schemas.microsoft.com/office/drawing/2014/main" id="{8A12B9B5-BF6F-4DF3-3616-3BC72E84B9AB}"/>
              </a:ext>
            </a:extLst>
          </p:cNvPr>
          <p:cNvPicPr>
            <a:picLocks noChangeAspect="1"/>
          </p:cNvPicPr>
          <p:nvPr/>
        </p:nvPicPr>
        <p:blipFill>
          <a:blip r:embed="rId3"/>
          <a:stretch>
            <a:fillRect/>
          </a:stretch>
        </p:blipFill>
        <p:spPr>
          <a:xfrm>
            <a:off x="1455047" y="3459934"/>
            <a:ext cx="5563376" cy="1152686"/>
          </a:xfrm>
          <a:prstGeom prst="rect">
            <a:avLst/>
          </a:prstGeom>
        </p:spPr>
      </p:pic>
    </p:spTree>
    <p:extLst>
      <p:ext uri="{BB962C8B-B14F-4D97-AF65-F5344CB8AC3E}">
        <p14:creationId xmlns:p14="http://schemas.microsoft.com/office/powerpoint/2010/main" val="1887629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10</a:t>
            </a:fld>
            <a:endParaRPr lang="en"/>
          </a:p>
        </p:txBody>
      </p:sp>
      <p:sp>
        <p:nvSpPr>
          <p:cNvPr id="3" name="Google Shape;3851;p15"/>
          <p:cNvSpPr txBox="1">
            <a:spLocks/>
          </p:cNvSpPr>
          <p:nvPr/>
        </p:nvSpPr>
        <p:spPr>
          <a:xfrm>
            <a:off x="91531" y="121444"/>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algn="l">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A typical stopping criterion to stop the splitting criteria is the minimum count of training instances in the subset submitting to split. If the number of training instances goes below a certain threshold, recursive partitioning at the node in question stops.</a:t>
            </a:r>
            <a:br>
              <a:rPr lang="en-US" sz="1100" b="0" i="0" dirty="0">
                <a:solidFill>
                  <a:srgbClr val="000000"/>
                </a:solidFill>
                <a:effectLst/>
                <a:latin typeface="Arimo"/>
              </a:rPr>
            </a:br>
            <a:endParaRPr lang="en-US" sz="1100" b="0" i="0" dirty="0">
              <a:solidFill>
                <a:srgbClr val="000000"/>
              </a:solidFill>
              <a:effectLst/>
              <a:latin typeface="Arimo"/>
            </a:endParaRPr>
          </a:p>
          <a:p>
            <a:pPr marL="76200" indent="0" algn="ctr">
              <a:buNone/>
            </a:pPr>
            <a:r>
              <a:rPr lang="en-US" sz="1600" b="1" i="0" u="sng" dirty="0">
                <a:solidFill>
                  <a:srgbClr val="37474F"/>
                </a:solidFill>
                <a:effectLst/>
                <a:latin typeface="Times New Roman" panose="02020603050405020304" pitchFamily="18" charset="0"/>
                <a:cs typeface="Times New Roman" panose="02020603050405020304" pitchFamily="18" charset="0"/>
              </a:rPr>
              <a:t>PRUNING (</a:t>
            </a:r>
            <a:r>
              <a:rPr lang="en-US" sz="1600" i="1" u="sng" dirty="0">
                <a:solidFill>
                  <a:srgbClr val="37474F"/>
                </a:solidFill>
                <a:effectLst/>
                <a:latin typeface="Times New Roman" panose="02020603050405020304" pitchFamily="18" charset="0"/>
                <a:cs typeface="Times New Roman" panose="02020603050405020304" pitchFamily="18" charset="0"/>
              </a:rPr>
              <a:t>to trim</a:t>
            </a:r>
            <a:r>
              <a:rPr lang="en-US" sz="1600" b="1" i="0" u="sng" dirty="0">
                <a:solidFill>
                  <a:srgbClr val="37474F"/>
                </a:solidFill>
                <a:effectLst/>
                <a:latin typeface="Times New Roman" panose="02020603050405020304" pitchFamily="18" charset="0"/>
                <a:cs typeface="Times New Roman" panose="02020603050405020304" pitchFamily="18" charset="0"/>
              </a:rPr>
              <a:t>) A DECISION TREE</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Because decision trees proceed by a recursive portioning of the dataset, they can tend to overfit the dataset, that is, learn it too well that are unable to </a:t>
            </a:r>
            <a:r>
              <a:rPr lang="en-US" sz="1400" b="0" i="0" dirty="0" err="1">
                <a:solidFill>
                  <a:srgbClr val="000000"/>
                </a:solidFill>
                <a:effectLst/>
                <a:latin typeface="Calibri" panose="020F0502020204030204" pitchFamily="34" charset="0"/>
                <a:cs typeface="Calibri" panose="020F0502020204030204" pitchFamily="34" charset="0"/>
              </a:rPr>
              <a:t>generalise</a:t>
            </a:r>
            <a:r>
              <a:rPr lang="en-US" sz="1400" b="0" i="0" dirty="0">
                <a:solidFill>
                  <a:srgbClr val="000000"/>
                </a:solidFill>
                <a:effectLst/>
                <a:latin typeface="Calibri" panose="020F0502020204030204" pitchFamily="34" charset="0"/>
                <a:cs typeface="Calibri" panose="020F0502020204030204" pitchFamily="34" charset="0"/>
              </a:rPr>
              <a:t> well. Thus, decision trees with fewer splits are often preferred and more likely to have better </a:t>
            </a:r>
            <a:r>
              <a:rPr lang="en-US" sz="1400" b="0" i="0" dirty="0" err="1">
                <a:solidFill>
                  <a:srgbClr val="000000"/>
                </a:solidFill>
                <a:effectLst/>
                <a:latin typeface="Calibri" panose="020F0502020204030204" pitchFamily="34" charset="0"/>
                <a:cs typeface="Calibri" panose="020F0502020204030204" pitchFamily="34" charset="0"/>
              </a:rPr>
              <a:t>generalisation</a:t>
            </a:r>
            <a:r>
              <a:rPr lang="en-US" sz="1400" b="0" i="0" dirty="0">
                <a:solidFill>
                  <a:srgbClr val="000000"/>
                </a:solidFill>
                <a:effectLst/>
                <a:latin typeface="Calibri" panose="020F0502020204030204" pitchFamily="34" charset="0"/>
                <a:cs typeface="Calibri" panose="020F0502020204030204" pitchFamily="34" charset="0"/>
              </a:rPr>
              <a:t>. Therefore, the decision tree becomes relevant to improve </a:t>
            </a:r>
            <a:r>
              <a:rPr lang="en-US" sz="1400" b="0" i="0" dirty="0" err="1">
                <a:solidFill>
                  <a:srgbClr val="000000"/>
                </a:solidFill>
                <a:effectLst/>
                <a:latin typeface="Calibri" panose="020F0502020204030204" pitchFamily="34" charset="0"/>
                <a:cs typeface="Calibri" panose="020F0502020204030204" pitchFamily="34" charset="0"/>
              </a:rPr>
              <a:t>generalisation</a:t>
            </a:r>
            <a:r>
              <a:rPr lang="en-US" sz="1400" b="0" i="0" dirty="0">
                <a:solidFill>
                  <a:srgbClr val="000000"/>
                </a:solidFill>
                <a:effectLst/>
                <a:latin typeface="Calibri" panose="020F0502020204030204" pitchFamily="34" charset="0"/>
                <a:cs typeface="Calibri" panose="020F0502020204030204" pitchFamily="34" charset="0"/>
              </a:rPr>
              <a:t>.</a:t>
            </a:r>
          </a:p>
          <a:p>
            <a:pPr algn="just">
              <a:buFont typeface="Wingdings" panose="05000000000000000000" pitchFamily="2" charset="2"/>
              <a:buChar char="Ø"/>
            </a:pPr>
            <a:r>
              <a:rPr lang="en-US" sz="1400" b="0" i="0" dirty="0">
                <a:solidFill>
                  <a:srgbClr val="000000"/>
                </a:solidFill>
                <a:effectLst/>
                <a:latin typeface="Calibri" panose="020F0502020204030204" pitchFamily="34" charset="0"/>
                <a:cs typeface="Calibri" panose="020F0502020204030204" pitchFamily="34" charset="0"/>
              </a:rPr>
              <a:t>The easiest way to prune a decision tree is by walking through each leaf node in the tree and evaluating the performance effect of removing it using a hold-out test set.</a:t>
            </a:r>
          </a:p>
          <a:p>
            <a:pPr marL="76200" indent="0" algn="just">
              <a:buNone/>
            </a:pPr>
            <a:endParaRPr lang="en-GB" sz="1400" b="1" u="sng"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2576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 smtClean="0"/>
              <a:t>11</a:t>
            </a:fld>
            <a:endParaRPr lang="en"/>
          </a:p>
        </p:txBody>
      </p:sp>
      <p:sp>
        <p:nvSpPr>
          <p:cNvPr id="3" name="Google Shape;3851;p15"/>
          <p:cNvSpPr txBox="1">
            <a:spLocks/>
          </p:cNvSpPr>
          <p:nvPr/>
        </p:nvSpPr>
        <p:spPr>
          <a:xfrm>
            <a:off x="91531" y="121444"/>
            <a:ext cx="7597422" cy="47220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60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1pPr>
            <a:lvl2pPr marL="914400" marR="0" lvl="1"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2pPr>
            <a:lvl3pPr marL="1371600" marR="0" lvl="2" indent="-381000" algn="l" rtl="0">
              <a:lnSpc>
                <a:spcPct val="100000"/>
              </a:lnSpc>
              <a:spcBef>
                <a:spcPts val="0"/>
              </a:spcBef>
              <a:spcAft>
                <a:spcPts val="0"/>
              </a:spcAft>
              <a:buClr>
                <a:schemeClr val="accent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3pPr>
            <a:lvl4pPr marL="1828800" marR="0" lvl="3"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4pPr>
            <a:lvl5pPr marL="2286000" marR="0" lvl="4"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5pPr>
            <a:lvl6pPr marL="2743200" marR="0" lvl="5"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6pPr>
            <a:lvl7pPr marL="3200400" marR="0" lvl="6"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7pPr>
            <a:lvl8pPr marL="3657600" marR="0" lvl="7"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8pPr>
            <a:lvl9pPr marL="4114800" marR="0" lvl="8" indent="-381000" algn="l" rtl="0">
              <a:lnSpc>
                <a:spcPct val="100000"/>
              </a:lnSpc>
              <a:spcBef>
                <a:spcPts val="0"/>
              </a:spcBef>
              <a:spcAft>
                <a:spcPts val="0"/>
              </a:spcAft>
              <a:buClr>
                <a:schemeClr val="dk1"/>
              </a:buClr>
              <a:buSzPts val="2400"/>
              <a:buFont typeface="Titillium Web Light"/>
              <a:buChar char="■"/>
              <a:defRPr sz="2400" b="0" i="0" u="none" strike="noStrike" cap="none">
                <a:solidFill>
                  <a:schemeClr val="dk1"/>
                </a:solidFill>
                <a:latin typeface="Titillium Web Light"/>
                <a:ea typeface="Titillium Web Light"/>
                <a:cs typeface="Titillium Web Light"/>
                <a:sym typeface="Titillium Web Light"/>
              </a:defRPr>
            </a:lvl9pPr>
          </a:lstStyle>
          <a:p>
            <a:pPr marL="76200" indent="0" algn="just">
              <a:buNone/>
            </a:pPr>
            <a:endParaRPr lang="en-GB" sz="1400" b="1" u="sng"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A picture containing text, sign&#10;&#10;Description automatically generated">
            <a:extLst>
              <a:ext uri="{FF2B5EF4-FFF2-40B4-BE49-F238E27FC236}">
                <a16:creationId xmlns:a16="http://schemas.microsoft.com/office/drawing/2014/main" id="{2FE60AAD-291A-3D35-A4CC-E52892E0CDCF}"/>
              </a:ext>
            </a:extLst>
          </p:cNvPr>
          <p:cNvPicPr>
            <a:picLocks noChangeAspect="1"/>
          </p:cNvPicPr>
          <p:nvPr/>
        </p:nvPicPr>
        <p:blipFill>
          <a:blip r:embed="rId2"/>
          <a:stretch>
            <a:fillRect/>
          </a:stretch>
        </p:blipFill>
        <p:spPr>
          <a:xfrm>
            <a:off x="1655769" y="857056"/>
            <a:ext cx="4901587" cy="3250794"/>
          </a:xfrm>
          <a:prstGeom prst="rect">
            <a:avLst/>
          </a:prstGeom>
        </p:spPr>
      </p:pic>
    </p:spTree>
    <p:extLst>
      <p:ext uri="{BB962C8B-B14F-4D97-AF65-F5344CB8AC3E}">
        <p14:creationId xmlns:p14="http://schemas.microsoft.com/office/powerpoint/2010/main" val="1150443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76"/>
        <p:cNvGrpSpPr/>
        <p:nvPr/>
      </p:nvGrpSpPr>
      <p:grpSpPr>
        <a:xfrm>
          <a:off x="0" y="0"/>
          <a:ext cx="0" cy="0"/>
          <a:chOff x="0" y="0"/>
          <a:chExt cx="0" cy="0"/>
        </a:xfrm>
      </p:grpSpPr>
      <p:sp>
        <p:nvSpPr>
          <p:cNvPr id="3877" name="Google Shape;3877;p19"/>
          <p:cNvSpPr txBox="1">
            <a:spLocks noGrp="1"/>
          </p:cNvSpPr>
          <p:nvPr>
            <p:ph type="ctrTitle" idx="4294967295"/>
          </p:nvPr>
        </p:nvSpPr>
        <p:spPr>
          <a:xfrm>
            <a:off x="189374" y="1475552"/>
            <a:ext cx="7383315" cy="2157020"/>
          </a:xfrm>
          <a:prstGeom prst="rect">
            <a:avLst/>
          </a:prstGeom>
        </p:spPr>
        <p:txBody>
          <a:bodyPr spcFirstLastPara="1" wrap="square" lIns="91425" tIns="91425" rIns="91425" bIns="91425" anchor="b" anchorCtr="0">
            <a:noAutofit/>
          </a:bodyPr>
          <a:lstStyle/>
          <a:p>
            <a:pPr algn="l"/>
            <a:r>
              <a:rPr lang="en-US" sz="4400" b="1" i="0" dirty="0">
                <a:solidFill>
                  <a:schemeClr val="bg1">
                    <a:lumMod val="95000"/>
                  </a:schemeClr>
                </a:solidFill>
                <a:effectLst/>
                <a:latin typeface="Times New Roman" panose="02020603050405020304" pitchFamily="18" charset="0"/>
                <a:cs typeface="Times New Roman" panose="02020603050405020304" pitchFamily="18" charset="0"/>
              </a:rPr>
              <a:t>Nonlinear Classification using Naive Bayes</a:t>
            </a:r>
          </a:p>
        </p:txBody>
      </p:sp>
      <p:sp>
        <p:nvSpPr>
          <p:cNvPr id="3879" name="Google Shape;3879;p19"/>
          <p:cNvSpPr/>
          <p:nvPr/>
        </p:nvSpPr>
        <p:spPr>
          <a:xfrm>
            <a:off x="1117514" y="56247"/>
            <a:ext cx="270850" cy="258617"/>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880" name="Google Shape;3880;p19"/>
          <p:cNvGrpSpPr/>
          <p:nvPr/>
        </p:nvGrpSpPr>
        <p:grpSpPr>
          <a:xfrm>
            <a:off x="504280" y="314864"/>
            <a:ext cx="1160371" cy="1160688"/>
            <a:chOff x="6654650" y="3665275"/>
            <a:chExt cx="409100" cy="409125"/>
          </a:xfrm>
        </p:grpSpPr>
        <p:sp>
          <p:nvSpPr>
            <p:cNvPr id="3881" name="Google Shape;3881;p19"/>
            <p:cNvSpPr/>
            <p:nvPr/>
          </p:nvSpPr>
          <p:spPr>
            <a:xfrm>
              <a:off x="6808525" y="3819150"/>
              <a:ext cx="211875" cy="211900"/>
            </a:xfrm>
            <a:custGeom>
              <a:avLst/>
              <a:gdLst/>
              <a:ahLst/>
              <a:cxnLst/>
              <a:rect l="l" t="t" r="r" b="b"/>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2" name="Google Shape;3882;p19"/>
            <p:cNvSpPr/>
            <p:nvPr/>
          </p:nvSpPr>
          <p:spPr>
            <a:xfrm>
              <a:off x="6654650" y="3665275"/>
              <a:ext cx="409100" cy="409125"/>
            </a:xfrm>
            <a:custGeom>
              <a:avLst/>
              <a:gdLst/>
              <a:ahLst/>
              <a:cxnLst/>
              <a:rect l="l" t="t" r="r" b="b"/>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rgbClr val="0B87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888" name="Google Shape;3888;p19"/>
          <p:cNvSpPr/>
          <p:nvPr/>
        </p:nvSpPr>
        <p:spPr>
          <a:xfrm rot="2466991">
            <a:off x="1552305" y="917845"/>
            <a:ext cx="376301" cy="35930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89" name="Google Shape;3889;p19"/>
          <p:cNvSpPr/>
          <p:nvPr/>
        </p:nvSpPr>
        <p:spPr>
          <a:xfrm rot="-1609377">
            <a:off x="325617" y="409976"/>
            <a:ext cx="270839" cy="258606"/>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0" name="Google Shape;3890;p19"/>
          <p:cNvSpPr/>
          <p:nvPr/>
        </p:nvSpPr>
        <p:spPr>
          <a:xfrm rot="2925705">
            <a:off x="1785691" y="358117"/>
            <a:ext cx="202799" cy="19364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1" name="Google Shape;3891;p19"/>
          <p:cNvSpPr/>
          <p:nvPr/>
        </p:nvSpPr>
        <p:spPr>
          <a:xfrm rot="-1609197">
            <a:off x="728531" y="1423656"/>
            <a:ext cx="182676" cy="174425"/>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0159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92" name="Google Shape;3892;p19"/>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a:t>
            </a:fld>
            <a:endParaRPr dirty="0"/>
          </a:p>
        </p:txBody>
      </p:sp>
    </p:spTree>
    <p:extLst>
      <p:ext uri="{BB962C8B-B14F-4D97-AF65-F5344CB8AC3E}">
        <p14:creationId xmlns:p14="http://schemas.microsoft.com/office/powerpoint/2010/main" val="1687443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69"/>
        <p:cNvGrpSpPr/>
        <p:nvPr/>
      </p:nvGrpSpPr>
      <p:grpSpPr>
        <a:xfrm>
          <a:off x="0" y="0"/>
          <a:ext cx="0" cy="0"/>
          <a:chOff x="0" y="0"/>
          <a:chExt cx="0" cy="0"/>
        </a:xfrm>
      </p:grpSpPr>
      <p:sp>
        <p:nvSpPr>
          <p:cNvPr id="3871" name="Google Shape;3871;p18"/>
          <p:cNvSpPr txBox="1">
            <a:spLocks noGrp="1"/>
          </p:cNvSpPr>
          <p:nvPr>
            <p:ph type="body" idx="1"/>
          </p:nvPr>
        </p:nvSpPr>
        <p:spPr>
          <a:xfrm>
            <a:off x="91531" y="113016"/>
            <a:ext cx="7596202" cy="4833738"/>
          </a:xfrm>
          <a:prstGeom prst="rect">
            <a:avLst/>
          </a:prstGeom>
        </p:spPr>
        <p:txBody>
          <a:bodyPr spcFirstLastPara="1" wrap="square" lIns="91425" tIns="91425" rIns="91425" bIns="91425" anchor="t" anchorCtr="0">
            <a:noAutofit/>
          </a:bodyPr>
          <a:lstStyle/>
          <a:p>
            <a:pPr marL="76200" indent="0" algn="just">
              <a:lnSpc>
                <a:spcPct val="115000"/>
              </a:lnSpc>
              <a:spcAft>
                <a:spcPts val="800"/>
              </a:spcAft>
              <a:buNone/>
            </a:pPr>
            <a:r>
              <a:rPr lang="en-US" sz="1400" b="0" i="0" dirty="0">
                <a:solidFill>
                  <a:srgbClr val="000000"/>
                </a:solidFill>
                <a:effectLst/>
                <a:latin typeface="Calibri" panose="020F0502020204030204" pitchFamily="34" charset="0"/>
                <a:cs typeface="Calibri" panose="020F0502020204030204" pitchFamily="34" charset="0"/>
              </a:rPr>
              <a:t>Naïve Bayes is a classification algorithm that is based on the probability Bayes Theorem with a few assumptions.</a:t>
            </a:r>
          </a:p>
          <a:p>
            <a:pPr marL="76200" indent="0" algn="just">
              <a:lnSpc>
                <a:spcPct val="115000"/>
              </a:lnSpc>
              <a:spcAft>
                <a:spcPts val="800"/>
              </a:spcAft>
              <a:buNone/>
            </a:pPr>
            <a:endParaRPr lang="en-US" sz="1400" dirty="0">
              <a:solidFill>
                <a:srgbClr val="000000"/>
              </a:solidFill>
              <a:latin typeface="Calibri" panose="020F0502020204030204" pitchFamily="34" charset="0"/>
              <a:cs typeface="Calibri" panose="020F0502020204030204" pitchFamily="34" charset="0"/>
            </a:endParaRPr>
          </a:p>
          <a:p>
            <a:pPr marL="76200" indent="0" algn="just">
              <a:lnSpc>
                <a:spcPct val="115000"/>
              </a:lnSpc>
              <a:spcAft>
                <a:spcPts val="800"/>
              </a:spcAft>
              <a:buNone/>
            </a:pPr>
            <a:endParaRPr lang="en-US" sz="1400" dirty="0">
              <a:solidFill>
                <a:srgbClr val="000000"/>
              </a:solidFill>
              <a:latin typeface="Calibri" panose="020F0502020204030204" pitchFamily="34" charset="0"/>
              <a:cs typeface="Calibri" panose="020F0502020204030204" pitchFamily="34" charset="0"/>
            </a:endParaRPr>
          </a:p>
          <a:p>
            <a:pPr marL="76200" indent="0" algn="just">
              <a:lnSpc>
                <a:spcPct val="115000"/>
              </a:lnSpc>
              <a:spcAft>
                <a:spcPts val="800"/>
              </a:spcAft>
              <a:buNone/>
            </a:pPr>
            <a:r>
              <a:rPr lang="en-US" sz="1400" b="0" i="0" dirty="0">
                <a:solidFill>
                  <a:srgbClr val="000000"/>
                </a:solidFill>
                <a:effectLst/>
                <a:latin typeface="Calibri" panose="020F0502020204030204" pitchFamily="34" charset="0"/>
                <a:cs typeface="Calibri" panose="020F0502020204030204" pitchFamily="34" charset="0"/>
              </a:rPr>
              <a:t>It aims to estimate the probability density of obtaining a given class (Y = </a:t>
            </a:r>
            <a:r>
              <a:rPr lang="en-US" sz="1400" b="0" i="0" dirty="0" err="1">
                <a:solidFill>
                  <a:srgbClr val="000000"/>
                </a:solidFill>
                <a:effectLst/>
                <a:latin typeface="Calibri" panose="020F0502020204030204" pitchFamily="34" charset="0"/>
                <a:cs typeface="Calibri" panose="020F0502020204030204" pitchFamily="34" charset="0"/>
              </a:rPr>
              <a:t>y_i</a:t>
            </a:r>
            <a:r>
              <a:rPr lang="en-US" sz="1400" b="0" i="0" dirty="0">
                <a:solidFill>
                  <a:srgbClr val="000000"/>
                </a:solidFill>
                <a:effectLst/>
                <a:latin typeface="Calibri" panose="020F0502020204030204" pitchFamily="34" charset="0"/>
                <a:cs typeface="Calibri" panose="020F0502020204030204" pitchFamily="34" charset="0"/>
              </a:rPr>
              <a:t>) given the input feature vector with certain values. Once, the probability density function (PDFs) for each class is learned from the dataset, classification can thus be performed easily. In order to compute such PDFs, Naïve Bayes makes two major assumptions.</a:t>
            </a:r>
          </a:p>
          <a:p>
            <a:pPr marL="76200" indent="0" algn="just">
              <a:lnSpc>
                <a:spcPct val="115000"/>
              </a:lnSpc>
              <a:spcAft>
                <a:spcPts val="800"/>
              </a:spcAft>
              <a:buNone/>
            </a:pPr>
            <a:r>
              <a:rPr lang="en-US" sz="1400" b="1" i="0" u="sng" dirty="0">
                <a:solidFill>
                  <a:srgbClr val="FF0000"/>
                </a:solidFill>
                <a:effectLst/>
                <a:latin typeface="Times New Roman" panose="02020603050405020304" pitchFamily="18" charset="0"/>
                <a:cs typeface="Times New Roman" panose="02020603050405020304" pitchFamily="18" charset="0"/>
              </a:rPr>
              <a:t>ASSUMPTION 1: THE CONDITIONAL INDEPENDENCE OF EACH FEATURE</a:t>
            </a:r>
          </a:p>
          <a:p>
            <a:pPr marL="76200" indent="0" algn="just">
              <a:lnSpc>
                <a:spcPct val="115000"/>
              </a:lnSpc>
              <a:spcAft>
                <a:spcPts val="800"/>
              </a:spcAft>
              <a:buNone/>
            </a:pPr>
            <a:endParaRPr lang="en-US" sz="1400" b="1" u="sng" dirty="0">
              <a:solidFill>
                <a:srgbClr val="FF0000"/>
              </a:solidFill>
              <a:latin typeface="Times New Roman" panose="02020603050405020304" pitchFamily="18" charset="0"/>
              <a:cs typeface="Times New Roman" panose="02020603050405020304" pitchFamily="18" charset="0"/>
            </a:endParaRPr>
          </a:p>
          <a:p>
            <a:pPr marL="76200" indent="0" algn="just">
              <a:lnSpc>
                <a:spcPct val="115000"/>
              </a:lnSpc>
              <a:spcAft>
                <a:spcPts val="800"/>
              </a:spcAft>
              <a:buNone/>
            </a:pPr>
            <a:endParaRPr lang="en-US" sz="1400" b="0" i="0" dirty="0">
              <a:solidFill>
                <a:srgbClr val="000000"/>
              </a:solidFill>
              <a:effectLst/>
              <a:latin typeface="Calibri" panose="020F0502020204030204" pitchFamily="34" charset="0"/>
              <a:cs typeface="Calibri" panose="020F0502020204030204" pitchFamily="34" charset="0"/>
            </a:endParaRPr>
          </a:p>
          <a:p>
            <a:pPr marL="76200" indent="0" algn="just">
              <a:lnSpc>
                <a:spcPct val="115000"/>
              </a:lnSpc>
              <a:spcAft>
                <a:spcPts val="800"/>
              </a:spcAft>
              <a:buNone/>
            </a:pPr>
            <a:r>
              <a:rPr lang="en-US" sz="1400" b="0" i="0" dirty="0">
                <a:solidFill>
                  <a:srgbClr val="000000"/>
                </a:solidFill>
                <a:effectLst/>
                <a:latin typeface="Calibri" panose="020F0502020204030204" pitchFamily="34" charset="0"/>
                <a:cs typeface="Calibri" panose="020F0502020204030204" pitchFamily="34" charset="0"/>
              </a:rPr>
              <a:t>This assumption implies that the probability of occurrence of a given feature given the other features is independent of the remaining features. This assumption drastically simplifies the computation of the joint probability of the feature and the output variable:</a:t>
            </a:r>
            <a:endParaRPr lang="en-US" sz="1400" b="1" i="0" u="sng" dirty="0">
              <a:solidFill>
                <a:srgbClr val="FF0000"/>
              </a:solidFill>
              <a:effectLst/>
              <a:latin typeface="Calibri" panose="020F0502020204030204" pitchFamily="34" charset="0"/>
              <a:cs typeface="Calibri" panose="020F0502020204030204" pitchFamily="34" charset="0"/>
            </a:endParaRPr>
          </a:p>
          <a:p>
            <a:pPr marL="76200" indent="0" algn="just">
              <a:lnSpc>
                <a:spcPct val="115000"/>
              </a:lnSpc>
              <a:spcAft>
                <a:spcPts val="800"/>
              </a:spcAft>
              <a:buNone/>
            </a:pPr>
            <a:endParaRPr lang="en-US" sz="1400" u="sng" dirty="0">
              <a:solidFill>
                <a:srgbClr val="FF0000"/>
              </a:solidFill>
              <a:latin typeface="Times New Roman" panose="02020603050405020304" pitchFamily="18" charset="0"/>
              <a:cs typeface="Times New Roman" panose="02020603050405020304" pitchFamily="18" charset="0"/>
            </a:endParaRPr>
          </a:p>
        </p:txBody>
      </p:sp>
      <p:sp>
        <p:nvSpPr>
          <p:cNvPr id="3872" name="Google Shape;3872;p1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a:t>
            </a:fld>
            <a:endParaRPr dirty="0"/>
          </a:p>
        </p:txBody>
      </p:sp>
      <p:pic>
        <p:nvPicPr>
          <p:cNvPr id="4" name="Picture 3">
            <a:extLst>
              <a:ext uri="{FF2B5EF4-FFF2-40B4-BE49-F238E27FC236}">
                <a16:creationId xmlns:a16="http://schemas.microsoft.com/office/drawing/2014/main" id="{34FA1ED4-D7A9-B220-A378-F7CF092F27E2}"/>
              </a:ext>
            </a:extLst>
          </p:cNvPr>
          <p:cNvPicPr>
            <a:picLocks noChangeAspect="1"/>
          </p:cNvPicPr>
          <p:nvPr/>
        </p:nvPicPr>
        <p:blipFill>
          <a:blip r:embed="rId3"/>
          <a:stretch>
            <a:fillRect/>
          </a:stretch>
        </p:blipFill>
        <p:spPr>
          <a:xfrm>
            <a:off x="1456267" y="884379"/>
            <a:ext cx="5268060" cy="743054"/>
          </a:xfrm>
          <a:prstGeom prst="rect">
            <a:avLst/>
          </a:prstGeom>
        </p:spPr>
      </p:pic>
      <p:pic>
        <p:nvPicPr>
          <p:cNvPr id="6" name="Picture 5">
            <a:extLst>
              <a:ext uri="{FF2B5EF4-FFF2-40B4-BE49-F238E27FC236}">
                <a16:creationId xmlns:a16="http://schemas.microsoft.com/office/drawing/2014/main" id="{484FD542-109A-9AAE-2B69-BAB6016AD01C}"/>
              </a:ext>
            </a:extLst>
          </p:cNvPr>
          <p:cNvPicPr>
            <a:picLocks noChangeAspect="1"/>
          </p:cNvPicPr>
          <p:nvPr/>
        </p:nvPicPr>
        <p:blipFill>
          <a:blip r:embed="rId4"/>
          <a:stretch>
            <a:fillRect/>
          </a:stretch>
        </p:blipFill>
        <p:spPr>
          <a:xfrm>
            <a:off x="2736346" y="3369476"/>
            <a:ext cx="3076575" cy="5905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69"/>
        <p:cNvGrpSpPr/>
        <p:nvPr/>
      </p:nvGrpSpPr>
      <p:grpSpPr>
        <a:xfrm>
          <a:off x="0" y="0"/>
          <a:ext cx="0" cy="0"/>
          <a:chOff x="0" y="0"/>
          <a:chExt cx="0" cy="0"/>
        </a:xfrm>
      </p:grpSpPr>
      <p:sp>
        <p:nvSpPr>
          <p:cNvPr id="3871" name="Google Shape;3871;p18"/>
          <p:cNvSpPr txBox="1">
            <a:spLocks noGrp="1"/>
          </p:cNvSpPr>
          <p:nvPr>
            <p:ph type="body" idx="1"/>
          </p:nvPr>
        </p:nvSpPr>
        <p:spPr>
          <a:xfrm>
            <a:off x="91531" y="113016"/>
            <a:ext cx="7596202" cy="4833738"/>
          </a:xfrm>
          <a:prstGeom prst="rect">
            <a:avLst/>
          </a:prstGeom>
        </p:spPr>
        <p:txBody>
          <a:bodyPr spcFirstLastPara="1" wrap="square" lIns="91425" tIns="91425" rIns="91425" bIns="91425" anchor="t" anchorCtr="0">
            <a:noAutofit/>
          </a:bodyPr>
          <a:lstStyle/>
          <a:p>
            <a:pPr marL="76200" indent="0" algn="just">
              <a:lnSpc>
                <a:spcPct val="115000"/>
              </a:lnSpc>
              <a:spcAft>
                <a:spcPts val="800"/>
              </a:spcAft>
              <a:buNone/>
            </a:pPr>
            <a:r>
              <a:rPr lang="en-US" sz="1400" b="1" i="0" u="sng" dirty="0">
                <a:solidFill>
                  <a:srgbClr val="FF0000"/>
                </a:solidFill>
                <a:effectLst/>
                <a:latin typeface="Times New Roman" panose="02020603050405020304" pitchFamily="18" charset="0"/>
                <a:cs typeface="Times New Roman" panose="02020603050405020304" pitchFamily="18" charset="0"/>
              </a:rPr>
              <a:t>ASSUMPTION 2: SINCE THE JOINT PROBABILITY OF FEATURES ACROSS ALL CLASSES IS CONSTANT, THE DENOMINATOR CAN BE IGNORED AND NOT COMPUTED.</a:t>
            </a:r>
          </a:p>
          <a:p>
            <a:pPr marL="76200" indent="0" algn="just">
              <a:lnSpc>
                <a:spcPct val="115000"/>
              </a:lnSpc>
              <a:spcAft>
                <a:spcPts val="800"/>
              </a:spcAft>
              <a:buNone/>
            </a:pPr>
            <a:endParaRPr lang="en-US" sz="1400" b="1" u="sng" dirty="0">
              <a:solidFill>
                <a:srgbClr val="FF0000"/>
              </a:solidFill>
              <a:latin typeface="Calibri" panose="020F0502020204030204" pitchFamily="34" charset="0"/>
              <a:cs typeface="Calibri" panose="020F0502020204030204" pitchFamily="34" charset="0"/>
            </a:endParaRPr>
          </a:p>
          <a:p>
            <a:pPr marL="76200" indent="0" algn="just">
              <a:lnSpc>
                <a:spcPct val="115000"/>
              </a:lnSpc>
              <a:spcAft>
                <a:spcPts val="800"/>
              </a:spcAft>
              <a:buNone/>
            </a:pPr>
            <a:endParaRPr lang="en-US" sz="1400" b="0" i="0" dirty="0">
              <a:solidFill>
                <a:srgbClr val="000000"/>
              </a:solidFill>
              <a:effectLst/>
              <a:latin typeface="Calibri" panose="020F0502020204030204" pitchFamily="34" charset="0"/>
              <a:cs typeface="Calibri" panose="020F0502020204030204" pitchFamily="34" charset="0"/>
            </a:endParaRPr>
          </a:p>
          <a:p>
            <a:pPr marL="76200" indent="0" algn="just">
              <a:lnSpc>
                <a:spcPct val="115000"/>
              </a:lnSpc>
              <a:spcAft>
                <a:spcPts val="800"/>
              </a:spcAft>
              <a:buNone/>
            </a:pPr>
            <a:r>
              <a:rPr lang="en-US" sz="1400" b="0" i="0" dirty="0">
                <a:solidFill>
                  <a:srgbClr val="000000"/>
                </a:solidFill>
                <a:effectLst/>
                <a:latin typeface="Calibri" panose="020F0502020204030204" pitchFamily="34" charset="0"/>
                <a:cs typeface="Calibri" panose="020F0502020204030204" pitchFamily="34" charset="0"/>
              </a:rPr>
              <a:t>And thus, Naïve Bayes does not compute true probability but a classification score to discriminate between classes:</a:t>
            </a:r>
          </a:p>
          <a:p>
            <a:pPr marL="76200" indent="0" algn="just">
              <a:lnSpc>
                <a:spcPct val="115000"/>
              </a:lnSpc>
              <a:spcAft>
                <a:spcPts val="800"/>
              </a:spcAft>
              <a:buNone/>
            </a:pPr>
            <a:endParaRPr lang="en-US" sz="1400" u="sng" dirty="0">
              <a:solidFill>
                <a:srgbClr val="000000"/>
              </a:solidFill>
              <a:latin typeface="Calibri" panose="020F0502020204030204" pitchFamily="34" charset="0"/>
              <a:cs typeface="Calibri" panose="020F0502020204030204" pitchFamily="34" charset="0"/>
            </a:endParaRPr>
          </a:p>
          <a:p>
            <a:pPr algn="just"/>
            <a:r>
              <a:rPr lang="en-US" sz="1400" b="0" i="0" dirty="0">
                <a:solidFill>
                  <a:srgbClr val="000000"/>
                </a:solidFill>
                <a:effectLst/>
                <a:latin typeface="Calibri" panose="020F0502020204030204" pitchFamily="34" charset="0"/>
                <a:cs typeface="Calibri" panose="020F0502020204030204" pitchFamily="34" charset="0"/>
              </a:rPr>
              <a:t>Being, a fairly simple algorithm, Naïve Bayes can be computed even manually (i.e. for a very small dataset) or efficiently on computers.</a:t>
            </a:r>
          </a:p>
          <a:p>
            <a:pPr algn="just"/>
            <a:r>
              <a:rPr lang="en-US" sz="1400" b="0" i="0" dirty="0">
                <a:solidFill>
                  <a:srgbClr val="000000"/>
                </a:solidFill>
                <a:effectLst/>
                <a:latin typeface="Calibri" panose="020F0502020204030204" pitchFamily="34" charset="0"/>
                <a:cs typeface="Calibri" panose="020F0502020204030204" pitchFamily="34" charset="0"/>
              </a:rPr>
              <a:t> A typical Naïve Bayes variant called “Gaussian Naïve Bayes” assumes the probability density P(</a:t>
            </a:r>
            <a:r>
              <a:rPr lang="en-US" sz="1400" b="0" i="0" dirty="0" err="1">
                <a:solidFill>
                  <a:srgbClr val="000000"/>
                </a:solidFill>
                <a:effectLst/>
                <a:latin typeface="Calibri" panose="020F0502020204030204" pitchFamily="34" charset="0"/>
                <a:cs typeface="Calibri" panose="020F0502020204030204" pitchFamily="34" charset="0"/>
              </a:rPr>
              <a:t>xi|Y</a:t>
            </a:r>
            <a:r>
              <a:rPr lang="en-US" sz="1400" b="0" i="0" dirty="0">
                <a:solidFill>
                  <a:srgbClr val="000000"/>
                </a:solidFill>
                <a:effectLst/>
                <a:latin typeface="Calibri" panose="020F0502020204030204" pitchFamily="34" charset="0"/>
                <a:cs typeface="Calibri" panose="020F0502020204030204" pitchFamily="34" charset="0"/>
              </a:rPr>
              <a:t>)  to follow a normal (i.e. Gaussian) distribution and estimates these distributions per feature and for the output data to build the overall probability-based classification model.</a:t>
            </a:r>
          </a:p>
          <a:p>
            <a:pPr marL="76200" indent="0" algn="just">
              <a:lnSpc>
                <a:spcPct val="115000"/>
              </a:lnSpc>
              <a:spcAft>
                <a:spcPts val="800"/>
              </a:spcAft>
              <a:buNone/>
            </a:pPr>
            <a:endParaRPr lang="en-US" sz="1400" b="1" i="0" u="sng" dirty="0">
              <a:solidFill>
                <a:srgbClr val="FF0000"/>
              </a:solidFill>
              <a:effectLst/>
              <a:latin typeface="Calibri" panose="020F0502020204030204" pitchFamily="34" charset="0"/>
              <a:cs typeface="Calibri" panose="020F0502020204030204" pitchFamily="34" charset="0"/>
            </a:endParaRPr>
          </a:p>
          <a:p>
            <a:pPr marL="76200" indent="0" algn="just">
              <a:lnSpc>
                <a:spcPct val="115000"/>
              </a:lnSpc>
              <a:spcAft>
                <a:spcPts val="800"/>
              </a:spcAft>
              <a:buNone/>
            </a:pPr>
            <a:endParaRPr lang="en-US" sz="1400" u="sng" dirty="0">
              <a:solidFill>
                <a:srgbClr val="FF0000"/>
              </a:solidFill>
              <a:latin typeface="Times New Roman" panose="02020603050405020304" pitchFamily="18" charset="0"/>
              <a:cs typeface="Times New Roman" panose="02020603050405020304" pitchFamily="18" charset="0"/>
            </a:endParaRPr>
          </a:p>
        </p:txBody>
      </p:sp>
      <p:sp>
        <p:nvSpPr>
          <p:cNvPr id="3872" name="Google Shape;3872;p18"/>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14</a:t>
            </a:fld>
            <a:endParaRPr dirty="0"/>
          </a:p>
        </p:txBody>
      </p:sp>
      <p:pic>
        <p:nvPicPr>
          <p:cNvPr id="3" name="Picture 2">
            <a:extLst>
              <a:ext uri="{FF2B5EF4-FFF2-40B4-BE49-F238E27FC236}">
                <a16:creationId xmlns:a16="http://schemas.microsoft.com/office/drawing/2014/main" id="{B8588534-E3DA-A704-BADC-1C3916042582}"/>
              </a:ext>
            </a:extLst>
          </p:cNvPr>
          <p:cNvPicPr>
            <a:picLocks noChangeAspect="1"/>
          </p:cNvPicPr>
          <p:nvPr/>
        </p:nvPicPr>
        <p:blipFill>
          <a:blip r:embed="rId3"/>
          <a:stretch>
            <a:fillRect/>
          </a:stretch>
        </p:blipFill>
        <p:spPr>
          <a:xfrm>
            <a:off x="1822418" y="1186997"/>
            <a:ext cx="4134427" cy="390580"/>
          </a:xfrm>
          <a:prstGeom prst="rect">
            <a:avLst/>
          </a:prstGeom>
        </p:spPr>
      </p:pic>
      <p:pic>
        <p:nvPicPr>
          <p:cNvPr id="5" name="Picture 4">
            <a:extLst>
              <a:ext uri="{FF2B5EF4-FFF2-40B4-BE49-F238E27FC236}">
                <a16:creationId xmlns:a16="http://schemas.microsoft.com/office/drawing/2014/main" id="{F6305FA0-739C-7213-C0F6-93D42B0ED395}"/>
              </a:ext>
            </a:extLst>
          </p:cNvPr>
          <p:cNvPicPr>
            <a:picLocks noChangeAspect="1"/>
          </p:cNvPicPr>
          <p:nvPr/>
        </p:nvPicPr>
        <p:blipFill>
          <a:blip r:embed="rId4"/>
          <a:stretch>
            <a:fillRect/>
          </a:stretch>
        </p:blipFill>
        <p:spPr>
          <a:xfrm>
            <a:off x="2132989" y="2686296"/>
            <a:ext cx="3762900" cy="304843"/>
          </a:xfrm>
          <a:prstGeom prst="rect">
            <a:avLst/>
          </a:prstGeom>
        </p:spPr>
      </p:pic>
    </p:spTree>
    <p:extLst>
      <p:ext uri="{BB962C8B-B14F-4D97-AF65-F5344CB8AC3E}">
        <p14:creationId xmlns:p14="http://schemas.microsoft.com/office/powerpoint/2010/main" val="994608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58"/>
        <p:cNvGrpSpPr/>
        <p:nvPr/>
      </p:nvGrpSpPr>
      <p:grpSpPr>
        <a:xfrm>
          <a:off x="0" y="0"/>
          <a:ext cx="0" cy="0"/>
          <a:chOff x="0" y="0"/>
          <a:chExt cx="0" cy="0"/>
        </a:xfrm>
      </p:grpSpPr>
      <p:sp>
        <p:nvSpPr>
          <p:cNvPr id="4059" name="Google Shape;4059;p35"/>
          <p:cNvSpPr txBox="1">
            <a:spLocks noGrp="1"/>
          </p:cNvSpPr>
          <p:nvPr>
            <p:ph type="ctrTitle" idx="4294967295"/>
          </p:nvPr>
        </p:nvSpPr>
        <p:spPr>
          <a:xfrm>
            <a:off x="1025242" y="1611424"/>
            <a:ext cx="48639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000" b="1" dirty="0">
                <a:solidFill>
                  <a:srgbClr val="80BFB7"/>
                </a:solidFill>
              </a:rPr>
              <a:t>THANK 	YOU</a:t>
            </a:r>
            <a:endParaRPr sz="6000" b="1" dirty="0">
              <a:solidFill>
                <a:srgbClr val="80BFB7"/>
              </a:solidFill>
            </a:endParaRPr>
          </a:p>
        </p:txBody>
      </p:sp>
      <p:sp>
        <p:nvSpPr>
          <p:cNvPr id="4062" name="Google Shape;4062;p35"/>
          <p:cNvSpPr txBox="1">
            <a:spLocks noGrp="1"/>
          </p:cNvSpPr>
          <p:nvPr>
            <p:ph type="sldNum" idx="12"/>
          </p:nvPr>
        </p:nvSpPr>
        <p:spPr>
          <a:xfrm>
            <a:off x="91531" y="4720201"/>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15</a:t>
            </a:fld>
            <a:endParaRPr dirty="0"/>
          </a:p>
        </p:txBody>
      </p:sp>
    </p:spTree>
  </p:cSld>
  <p:clrMapOvr>
    <a:masterClrMapping/>
  </p:clrMapOvr>
</p:sld>
</file>

<file path=ppt/theme/theme1.xml><?xml version="1.0" encoding="utf-8"?>
<a:theme xmlns:a="http://schemas.openxmlformats.org/drawingml/2006/main" name="Mowbray template">
  <a:themeElements>
    <a:clrScheme name="Custom 347">
      <a:dk1>
        <a:srgbClr val="003B55"/>
      </a:dk1>
      <a:lt1>
        <a:srgbClr val="FFFFFF"/>
      </a:lt1>
      <a:dk2>
        <a:srgbClr val="0B87A1"/>
      </a:dk2>
      <a:lt2>
        <a:srgbClr val="EEF1EE"/>
      </a:lt2>
      <a:accent1>
        <a:srgbClr val="D3EBD5"/>
      </a:accent1>
      <a:accent2>
        <a:srgbClr val="80BFB7"/>
      </a:accent2>
      <a:accent3>
        <a:srgbClr val="0B87A1"/>
      </a:accent3>
      <a:accent4>
        <a:srgbClr val="01597F"/>
      </a:accent4>
      <a:accent5>
        <a:srgbClr val="003B55"/>
      </a:accent5>
      <a:accent6>
        <a:srgbClr val="001120"/>
      </a:accent6>
      <a:hlink>
        <a:srgbClr val="01597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8455</TotalTime>
  <Words>1498</Words>
  <Application>Microsoft Office PowerPoint</Application>
  <PresentationFormat>On-screen Show (16:9)</PresentationFormat>
  <Paragraphs>100</Paragraphs>
  <Slides>15</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Dosis ExtraLight</vt:lpstr>
      <vt:lpstr>Arial</vt:lpstr>
      <vt:lpstr>Arimo</vt:lpstr>
      <vt:lpstr>Calibri</vt:lpstr>
      <vt:lpstr>Times New Roman</vt:lpstr>
      <vt:lpstr>Wingdings</vt:lpstr>
      <vt:lpstr>Titillium Web Light</vt:lpstr>
      <vt:lpstr>Mowbray template</vt:lpstr>
      <vt:lpstr>MACHINE LEARNING  ALGORITHMS  Nonlinear Machine Learning using Decision Tree and Naïve Bayes   ITMLA2-B44</vt:lpstr>
      <vt:lpstr>Contents Covered</vt:lpstr>
      <vt:lpstr>Nonlinear Machine Learning using Decision Trees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Nonlinear Classification using Naive Bayes</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Idowu Aruleba</dc:creator>
  <cp:lastModifiedBy>Idowu Thomas</cp:lastModifiedBy>
  <cp:revision>133</cp:revision>
  <dcterms:modified xsi:type="dcterms:W3CDTF">2022-11-09T11:54:02Z</dcterms:modified>
</cp:coreProperties>
</file>